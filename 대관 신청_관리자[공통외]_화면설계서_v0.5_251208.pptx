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1" r:id="rId1"/>
    <p:sldMasterId id="2147483695" r:id="rId2"/>
    <p:sldMasterId id="2147483721" r:id="rId3"/>
  </p:sldMasterIdLst>
  <p:notesMasterIdLst>
    <p:notesMasterId r:id="rId25"/>
  </p:notesMasterIdLst>
  <p:handoutMasterIdLst>
    <p:handoutMasterId r:id="rId26"/>
  </p:handoutMasterIdLst>
  <p:sldIdLst>
    <p:sldId id="257" r:id="rId4"/>
    <p:sldId id="258" r:id="rId5"/>
    <p:sldId id="474" r:id="rId6"/>
    <p:sldId id="465" r:id="rId7"/>
    <p:sldId id="534" r:id="rId8"/>
    <p:sldId id="537" r:id="rId9"/>
    <p:sldId id="538" r:id="rId10"/>
    <p:sldId id="462" r:id="rId11"/>
    <p:sldId id="468" r:id="rId12"/>
    <p:sldId id="536" r:id="rId13"/>
    <p:sldId id="539" r:id="rId14"/>
    <p:sldId id="477" r:id="rId15"/>
    <p:sldId id="540" r:id="rId16"/>
    <p:sldId id="541" r:id="rId17"/>
    <p:sldId id="481" r:id="rId18"/>
    <p:sldId id="542" r:id="rId19"/>
    <p:sldId id="484" r:id="rId20"/>
    <p:sldId id="509" r:id="rId21"/>
    <p:sldId id="543" r:id="rId22"/>
    <p:sldId id="487" r:id="rId23"/>
    <p:sldId id="260" r:id="rId24"/>
  </p:sldIdLst>
  <p:sldSz cx="12192000" cy="6858000"/>
  <p:notesSz cx="6735763" cy="9866313"/>
  <p:embeddedFontLst>
    <p:embeddedFont>
      <p:font typeface="Pretendard" panose="020B0600000101010101" charset="-127"/>
      <p:regular r:id="rId27"/>
      <p:bold r:id="rId28"/>
    </p:embeddedFont>
    <p:embeddedFont>
      <p:font typeface="Noto Sans KR" panose="020B0200000000000000" pitchFamily="50" charset="-127"/>
      <p:regular r:id="rId29"/>
      <p:bold r:id="rId30"/>
    </p:embeddedFont>
    <p:embeddedFont>
      <p:font typeface="Sitka Small Semibold" pitchFamily="2" charset="0"/>
      <p:bold r:id="rId31"/>
      <p:boldItalic r:id="rId32"/>
    </p:embeddedFont>
    <p:embeddedFont>
      <p:font typeface="맑은 고딕" panose="020B0503020000020004" pitchFamily="50" charset="-127"/>
      <p:regular r:id="rId33"/>
      <p:bold r:id="rId3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361C5EA-6331-4FE8-A787-7D737E5C5E62}">
          <p14:sldIdLst>
            <p14:sldId id="257"/>
            <p14:sldId id="258"/>
          </p14:sldIdLst>
        </p14:section>
        <p14:section name="GNB" id="{694A9167-5DF0-4CCA-BED4-C9A537709FE3}">
          <p14:sldIdLst>
            <p14:sldId id="474"/>
          </p14:sldIdLst>
        </p14:section>
        <p14:section name="기본 기능 가이드" id="{C71580BF-E689-49C7-8B9F-4C311874CE0D}">
          <p14:sldIdLst>
            <p14:sldId id="465"/>
          </p14:sldIdLst>
        </p14:section>
        <p14:section name="공연 정보 관리" id="{CA1313F8-F1DE-4953-87D4-5D2987ED0C90}">
          <p14:sldIdLst>
            <p14:sldId id="534"/>
            <p14:sldId id="537"/>
            <p14:sldId id="538"/>
            <p14:sldId id="462"/>
            <p14:sldId id="468"/>
          </p14:sldIdLst>
        </p14:section>
        <p14:section name="시설대관 관리A" id="{42038FF3-2020-460E-9BE9-DFCF6EEF0374}">
          <p14:sldIdLst>
            <p14:sldId id="536"/>
            <p14:sldId id="539"/>
            <p14:sldId id="477"/>
            <p14:sldId id="540"/>
            <p14:sldId id="541"/>
            <p14:sldId id="481"/>
            <p14:sldId id="542"/>
            <p14:sldId id="484"/>
            <p14:sldId id="509"/>
            <p14:sldId id="543"/>
            <p14:sldId id="487"/>
          </p14:sldIdLst>
        </p14:section>
        <p14:section name="END" id="{38533AA3-9D8E-48BF-B8C0-D2F69C8DB28E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0" userDrawn="1">
          <p15:clr>
            <a:srgbClr val="A4A3A4"/>
          </p15:clr>
        </p15:guide>
        <p15:guide id="2" pos="3817" userDrawn="1">
          <p15:clr>
            <a:srgbClr val="A4A3A4"/>
          </p15:clr>
        </p15:guide>
        <p15:guide id="3" orient="horz" pos="1752" userDrawn="1">
          <p15:clr>
            <a:srgbClr val="A4A3A4"/>
          </p15:clr>
        </p15:guide>
        <p15:guide id="4" orient="horz" pos="550" userDrawn="1">
          <p15:clr>
            <a:srgbClr val="A4A3A4"/>
          </p15:clr>
        </p15:guide>
        <p15:guide id="5" orient="horz" pos="2069" userDrawn="1">
          <p15:clr>
            <a:srgbClr val="A4A3A4"/>
          </p15:clr>
        </p15:guide>
        <p15:guide id="6" pos="10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노디스 오피스05" initials="이오" lastIdx="2" clrIdx="0">
    <p:extLst>
      <p:ext uri="{19B8F6BF-5375-455C-9EA6-DF929625EA0E}">
        <p15:presenceInfo xmlns:p15="http://schemas.microsoft.com/office/powerpoint/2012/main" userId="e263de6895f0415f" providerId="Windows Live"/>
      </p:ext>
    </p:extLst>
  </p:cmAuthor>
  <p:cmAuthor id="2" name="office innodis" initials="oi" lastIdx="5" clrIdx="1">
    <p:extLst>
      <p:ext uri="{19B8F6BF-5375-455C-9EA6-DF929625EA0E}">
        <p15:presenceInfo xmlns:p15="http://schemas.microsoft.com/office/powerpoint/2012/main" userId="779d039e42ae53a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FFFF"/>
    <a:srgbClr val="FF0000"/>
    <a:srgbClr val="FAE24C"/>
    <a:srgbClr val="F7F3FF"/>
    <a:srgbClr val="5270E9"/>
    <a:srgbClr val="1A2674"/>
    <a:srgbClr val="D7D7D7"/>
    <a:srgbClr val="7F7F7F"/>
    <a:srgbClr val="3747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04" autoAdjust="0"/>
    <p:restoredTop sz="93076" autoAdjust="0"/>
  </p:normalViewPr>
  <p:slideViewPr>
    <p:cSldViewPr snapToGrid="0">
      <p:cViewPr varScale="1">
        <p:scale>
          <a:sx n="80" d="100"/>
          <a:sy n="80" d="100"/>
        </p:scale>
        <p:origin x="86" y="62"/>
      </p:cViewPr>
      <p:guideLst>
        <p:guide orient="horz" pos="300"/>
        <p:guide pos="3817"/>
        <p:guide orient="horz" pos="1752"/>
        <p:guide orient="horz" pos="550"/>
        <p:guide orient="horz" pos="2069"/>
        <p:guide pos="1050"/>
      </p:guideLst>
    </p:cSldViewPr>
  </p:slideViewPr>
  <p:outlineViewPr>
    <p:cViewPr>
      <p:scale>
        <a:sx n="33" d="100"/>
        <a:sy n="33" d="100"/>
      </p:scale>
      <p:origin x="0" y="-7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03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font" Target="fonts/font8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3366439-2103-9D2A-A41D-5CD0C738F2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D71EB5-D78C-7B83-C02A-AEE7D32551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0CE049-E558-4C7E-8ECF-8EADB053755B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542CD4-6B3F-BF44-12A5-2A714BC3C2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ABFFB3-1D87-9DE4-CBAA-C2EA8D6C5E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35C73-D390-4EEB-B0CC-7A6BE4E0F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08710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07" userDrawn="1">
          <p15:clr>
            <a:srgbClr val="F26B43"/>
          </p15:clr>
        </p15:guide>
        <p15:guide id="2" pos="21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8256F-8CCC-4F8A-83E3-5929FD95E06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951F8-4A49-44E2-81C2-778E31E2F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287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951F8-4A49-44E2-81C2-778E31E2F01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749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C76A7-EDDE-AF15-A9D0-352D84B23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C2FFD2-CAE2-6B53-3377-AAEB8ED0B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36A83E-422A-F286-BE21-2CCB8A249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461211-DEC9-A98B-1A64-098B5723F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951F8-4A49-44E2-81C2-778E31E2F01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009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C39D67E-C17B-BCC9-0740-E84A2E61D261}"/>
              </a:ext>
            </a:extLst>
          </p:cNvPr>
          <p:cNvSpPr txBox="1"/>
          <p:nvPr userDrawn="1"/>
        </p:nvSpPr>
        <p:spPr>
          <a:xfrm>
            <a:off x="695324" y="6166502"/>
            <a:ext cx="5168088" cy="215691"/>
          </a:xfrm>
          <a:prstGeom prst="rect">
            <a:avLst/>
          </a:prstGeom>
          <a:noFill/>
        </p:spPr>
        <p:txBody>
          <a:bodyPr wrap="square" lIns="0" tIns="720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 문서에 포함된 정보의 전부 또는 일부를 무단으로 제 </a:t>
            </a:r>
            <a:r>
              <a:rPr lang="en-US" altLang="ko-KR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자에게 공개</a:t>
            </a:r>
            <a:r>
              <a:rPr lang="en-US" altLang="ko-KR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배포</a:t>
            </a:r>
            <a:r>
              <a:rPr lang="en-US" altLang="ko-KR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복사 또는 사용하는 것은 엄격히 금지됩니다</a:t>
            </a:r>
            <a:r>
              <a:rPr lang="en-US" altLang="ko-KR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62146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4133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40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1A957B-DBF4-57E3-F215-F8DF0E72D8F6}"/>
              </a:ext>
            </a:extLst>
          </p:cNvPr>
          <p:cNvSpPr txBox="1"/>
          <p:nvPr userDrawn="1"/>
        </p:nvSpPr>
        <p:spPr>
          <a:xfrm>
            <a:off x="695325" y="2782669"/>
            <a:ext cx="2347759" cy="615553"/>
          </a:xfrm>
          <a:prstGeom prst="rect">
            <a:avLst/>
          </a:prstGeom>
          <a:noFill/>
        </p:spPr>
        <p:txBody>
          <a:bodyPr wrap="none" lIns="0" tIns="0" bIns="0" rtlCol="0">
            <a:spAutoFit/>
          </a:bodyPr>
          <a:lstStyle/>
          <a:p>
            <a:pPr marL="0" algn="l" defTabSz="914400" rtl="0" eaLnBrk="1" fontAlgn="base" latinLnBrk="1" hangingPunct="1"/>
            <a:r>
              <a:rPr lang="ko-KR" altLang="en-US" sz="4000" b="0" kern="0" spc="-10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r>
              <a:rPr lang="en-US" altLang="ko-KR" sz="4000" b="0" kern="0" spc="-100" baseline="0" dirty="0">
                <a:solidFill>
                  <a:srgbClr val="514B49"/>
                </a:solidFill>
                <a:latin typeface="+mn-ea"/>
                <a:ea typeface="+mn-ea"/>
                <a:cs typeface="+mn-cs"/>
              </a:rPr>
              <a:t>.</a:t>
            </a:r>
            <a:endParaRPr lang="ko-KR" altLang="en-US" sz="4000" b="0" kern="0" spc="-100" baseline="0" dirty="0">
              <a:solidFill>
                <a:srgbClr val="514B49"/>
              </a:solidFill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4283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orient="horz" pos="4133">
          <p15:clr>
            <a:srgbClr val="FBAE40"/>
          </p15:clr>
        </p15:guide>
        <p15:guide id="7" orient="horz" pos="40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n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C0C9BDF2-6476-4F28-B5FE-8F3ABFB63E15}"/>
              </a:ext>
            </a:extLst>
          </p:cNvPr>
          <p:cNvSpPr txBox="1">
            <a:spLocks/>
          </p:cNvSpPr>
          <p:nvPr userDrawn="1"/>
        </p:nvSpPr>
        <p:spPr>
          <a:xfrm>
            <a:off x="11465334" y="6365324"/>
            <a:ext cx="390666" cy="195814"/>
          </a:xfrm>
          <a:prstGeom prst="rect">
            <a:avLst/>
          </a:prstGeom>
        </p:spPr>
        <p:txBody>
          <a:bodyPr vert="horz" wrap="none" lIns="72000" tIns="72000" rIns="7200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999DA0"/>
                </a:solidFill>
                <a:effectLst/>
                <a:uLnTx/>
                <a:uFillTx/>
                <a:latin typeface="+mn-ea"/>
              </a:defRPr>
            </a:lvl1pPr>
          </a:lstStyle>
          <a:p>
            <a:pPr lvl="0"/>
            <a:fld id="{8AC83212-40E5-4068-9ED0-E03E380DD4AC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C8BEC0D8-2B54-36C1-E5B8-AB0E4183B50F}"/>
              </a:ext>
            </a:extLst>
          </p:cNvPr>
          <p:cNvSpPr txBox="1">
            <a:spLocks/>
          </p:cNvSpPr>
          <p:nvPr userDrawn="1"/>
        </p:nvSpPr>
        <p:spPr>
          <a:xfrm>
            <a:off x="11465334" y="6365324"/>
            <a:ext cx="390666" cy="195814"/>
          </a:xfrm>
          <a:prstGeom prst="rect">
            <a:avLst/>
          </a:prstGeom>
        </p:spPr>
        <p:txBody>
          <a:bodyPr vert="horz" wrap="none" lIns="72000" tIns="72000" rIns="7200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999DA0"/>
                </a:solidFill>
                <a:effectLst/>
                <a:uLnTx/>
                <a:uFillTx/>
                <a:latin typeface="+mn-ea"/>
              </a:defRPr>
            </a:lvl1pPr>
          </a:lstStyle>
          <a:p>
            <a:pPr lvl="0"/>
            <a:fld id="{8AC83212-40E5-4068-9ED0-E03E380DD4AC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E989F26-D8A4-9B68-E254-AED0D477340F}"/>
              </a:ext>
            </a:extLst>
          </p:cNvPr>
          <p:cNvCxnSpPr/>
          <p:nvPr userDrawn="1"/>
        </p:nvCxnSpPr>
        <p:spPr>
          <a:xfrm>
            <a:off x="336000" y="6318000"/>
            <a:ext cx="1152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5A3C97C-2888-7DEF-4C98-688656DCC436}"/>
              </a:ext>
            </a:extLst>
          </p:cNvPr>
          <p:cNvCxnSpPr>
            <a:cxnSpLocks/>
          </p:cNvCxnSpPr>
          <p:nvPr userDrawn="1"/>
        </p:nvCxnSpPr>
        <p:spPr>
          <a:xfrm>
            <a:off x="336000" y="549274"/>
            <a:ext cx="1152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397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133">
          <p15:clr>
            <a:srgbClr val="FBAE40"/>
          </p15:clr>
        </p15:guide>
        <p15:guide id="4" pos="438">
          <p15:clr>
            <a:srgbClr val="FBAE40"/>
          </p15:clr>
        </p15:guide>
        <p15:guide id="5" pos="7242">
          <p15:clr>
            <a:srgbClr val="FBAE40"/>
          </p15:clr>
        </p15:guide>
        <p15:guide id="6" orient="horz" pos="346">
          <p15:clr>
            <a:srgbClr val="FBAE40"/>
          </p15:clr>
        </p15:guide>
        <p15:guide id="7" pos="7469">
          <p15:clr>
            <a:srgbClr val="FBAE40"/>
          </p15:clr>
        </p15:guide>
        <p15:guide id="8" pos="211">
          <p15:clr>
            <a:srgbClr val="FBAE40"/>
          </p15:clr>
        </p15:guide>
        <p15:guide id="9" orient="horz" pos="3838">
          <p15:clr>
            <a:srgbClr val="FBAE40"/>
          </p15:clr>
        </p15:guide>
        <p15:guide id="10" orient="horz" pos="197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n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C0C9BDF2-6476-4F28-B5FE-8F3ABFB63E15}"/>
              </a:ext>
            </a:extLst>
          </p:cNvPr>
          <p:cNvSpPr txBox="1">
            <a:spLocks/>
          </p:cNvSpPr>
          <p:nvPr userDrawn="1"/>
        </p:nvSpPr>
        <p:spPr>
          <a:xfrm>
            <a:off x="11465334" y="6365324"/>
            <a:ext cx="390666" cy="195814"/>
          </a:xfrm>
          <a:prstGeom prst="rect">
            <a:avLst/>
          </a:prstGeom>
        </p:spPr>
        <p:txBody>
          <a:bodyPr vert="horz" wrap="none" lIns="72000" tIns="72000" rIns="7200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999DA0"/>
                </a:solidFill>
                <a:effectLst/>
                <a:uLnTx/>
                <a:uFillTx/>
                <a:latin typeface="+mn-ea"/>
              </a:defRPr>
            </a:lvl1pPr>
          </a:lstStyle>
          <a:p>
            <a:pPr lvl="0"/>
            <a:fld id="{8AC83212-40E5-4068-9ED0-E03E380DD4AC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C8BEC0D8-2B54-36C1-E5B8-AB0E4183B50F}"/>
              </a:ext>
            </a:extLst>
          </p:cNvPr>
          <p:cNvSpPr txBox="1">
            <a:spLocks/>
          </p:cNvSpPr>
          <p:nvPr userDrawn="1"/>
        </p:nvSpPr>
        <p:spPr>
          <a:xfrm>
            <a:off x="11465334" y="6365324"/>
            <a:ext cx="390666" cy="195814"/>
          </a:xfrm>
          <a:prstGeom prst="rect">
            <a:avLst/>
          </a:prstGeom>
        </p:spPr>
        <p:txBody>
          <a:bodyPr vert="horz" wrap="none" lIns="72000" tIns="72000" rIns="7200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999DA0"/>
                </a:solidFill>
                <a:effectLst/>
                <a:uLnTx/>
                <a:uFillTx/>
                <a:latin typeface="+mn-ea"/>
              </a:defRPr>
            </a:lvl1pPr>
          </a:lstStyle>
          <a:p>
            <a:pPr lvl="0"/>
            <a:fld id="{8AC83212-40E5-4068-9ED0-E03E380DD4AC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E989F26-D8A4-9B68-E254-AED0D477340F}"/>
              </a:ext>
            </a:extLst>
          </p:cNvPr>
          <p:cNvCxnSpPr/>
          <p:nvPr userDrawn="1"/>
        </p:nvCxnSpPr>
        <p:spPr>
          <a:xfrm>
            <a:off x="336000" y="6318000"/>
            <a:ext cx="1152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350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133">
          <p15:clr>
            <a:srgbClr val="FBAE40"/>
          </p15:clr>
        </p15:guide>
        <p15:guide id="4" pos="438">
          <p15:clr>
            <a:srgbClr val="FBAE40"/>
          </p15:clr>
        </p15:guide>
        <p15:guide id="5" pos="7242">
          <p15:clr>
            <a:srgbClr val="FBAE40"/>
          </p15:clr>
        </p15:guide>
        <p15:guide id="6" orient="horz" pos="346">
          <p15:clr>
            <a:srgbClr val="FBAE40"/>
          </p15:clr>
        </p15:guide>
        <p15:guide id="7" pos="7469">
          <p15:clr>
            <a:srgbClr val="FBAE40"/>
          </p15:clr>
        </p15:guide>
        <p15:guide id="8" pos="211">
          <p15:clr>
            <a:srgbClr val="FBAE40"/>
          </p15:clr>
        </p15:guide>
        <p15:guide id="9" orient="horz" pos="3838">
          <p15:clr>
            <a:srgbClr val="FBAE40"/>
          </p15:clr>
        </p15:guide>
        <p15:guide id="10" orient="horz" pos="197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2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+텍스트입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4">
            <a:extLst>
              <a:ext uri="{FF2B5EF4-FFF2-40B4-BE49-F238E27FC236}">
                <a16:creationId xmlns:a16="http://schemas.microsoft.com/office/drawing/2014/main" id="{43B1ECAE-CCA2-FD13-F52F-E9CBB19DAA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7C14AFA9-B139-0045-6D74-224994E873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10A1C538-2AF6-DE6E-8829-93D37C57B5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 algn="ctr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13038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+텍스트입력+라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BE38FB3-8AC4-2415-59F5-BC6E22344498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lvl="0" algn="r"/>
              <a:t>‹#›</a:t>
            </a:fld>
            <a:endParaRPr lang="ko-KR" altLang="en-US">
              <a:solidFill>
                <a:srgbClr val="999D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C9564F4-CE23-9492-D8DB-97B5205829B7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FBFD36C4-6F0F-764D-3CA3-ACD9A16D3D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21F74E0F-54BC-7C2C-E741-E6AAB0414A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71F12637-CC7E-67B8-47B0-A1EC211D30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74987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+텍스트입력+라인+다음계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49DA0CC-0300-3AD8-A233-C2061A0951AC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DA5872-7ED5-BC1D-7064-CD29793D3165}"/>
              </a:ext>
            </a:extLst>
          </p:cNvPr>
          <p:cNvSpPr/>
          <p:nvPr userDrawn="1"/>
        </p:nvSpPr>
        <p:spPr>
          <a:xfrm>
            <a:off x="0" y="6642000"/>
            <a:ext cx="9525619" cy="216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>
                <a:lumMod val="65000"/>
              </a:schemeClr>
            </a:bgClr>
          </a:patt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b="0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▼ 다음 화면에서 계속 ▼</a:t>
            </a:r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5E23241B-DBC9-EDAE-D0B3-55C7FA3127DC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lvl="0" algn="r"/>
              <a:t>‹#›</a:t>
            </a:fld>
            <a:endParaRPr lang="ko-KR" altLang="en-US" dirty="0">
              <a:solidFill>
                <a:srgbClr val="999DA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6473854E-9267-A375-D7BD-C4798EDCCB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79E2C078-384B-2D56-FF5D-B5B9B1C68F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94C86832-34E6-E677-5488-801BC4DC12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54531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+텍스트입력+라인+이전계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8F3C243-B363-B159-4A5E-DD3B4F9DB8CE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82FEC607-7214-461B-0F0D-037849282542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lvl="0" algn="r"/>
              <a:t>‹#›</a:t>
            </a:fld>
            <a:endParaRPr lang="ko-KR" altLang="en-US" dirty="0">
              <a:solidFill>
                <a:srgbClr val="999D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텍스트 개체 틀 4">
            <a:extLst>
              <a:ext uri="{FF2B5EF4-FFF2-40B4-BE49-F238E27FC236}">
                <a16:creationId xmlns:a16="http://schemas.microsoft.com/office/drawing/2014/main" id="{B59E2786-3B97-FE29-A82A-2464BC4ED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2CECA509-F2CF-EC00-6C72-9397F7F906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CD68E66-2BB2-7230-9871-3041AE06087F}"/>
              </a:ext>
            </a:extLst>
          </p:cNvPr>
          <p:cNvSpPr/>
          <p:nvPr userDrawn="1"/>
        </p:nvSpPr>
        <p:spPr>
          <a:xfrm>
            <a:off x="0" y="441262"/>
            <a:ext cx="9525619" cy="216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>
                <a:lumMod val="65000"/>
              </a:schemeClr>
            </a:bgClr>
          </a:patt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b="0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 이전 화면에서 계속 ▲</a:t>
            </a:r>
          </a:p>
        </p:txBody>
      </p:sp>
      <p:sp>
        <p:nvSpPr>
          <p:cNvPr id="3" name="텍스트 개체 틀 4">
            <a:extLst>
              <a:ext uri="{FF2B5EF4-FFF2-40B4-BE49-F238E27FC236}">
                <a16:creationId xmlns:a16="http://schemas.microsoft.com/office/drawing/2014/main" id="{9EF1439B-983A-346B-40FC-BEF126B4B3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81788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N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1E39D88-C562-B3D6-B82F-B36FC315769C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EC6BC52E-9463-14FA-639E-33A47840E067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lvl="0" algn="r"/>
              <a:t>‹#›</a:t>
            </a:fld>
            <a:endParaRPr lang="ko-KR" altLang="en-US" dirty="0">
              <a:solidFill>
                <a:srgbClr val="999D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8BF246CB-5D90-3818-37C0-A4B5B41C98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7" name="텍스트 개체 틀 4">
            <a:extLst>
              <a:ext uri="{FF2B5EF4-FFF2-40B4-BE49-F238E27FC236}">
                <a16:creationId xmlns:a16="http://schemas.microsoft.com/office/drawing/2014/main" id="{0B8FC1F9-8387-5DEC-00E8-6638B82A9D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B6A6FBC-8A06-671D-3C68-398B438AC7B5}"/>
              </a:ext>
            </a:extLst>
          </p:cNvPr>
          <p:cNvSpPr/>
          <p:nvPr userDrawn="1"/>
        </p:nvSpPr>
        <p:spPr>
          <a:xfrm>
            <a:off x="0" y="441262"/>
            <a:ext cx="9525619" cy="216000"/>
          </a:xfrm>
          <a:prstGeom prst="rect">
            <a:avLst/>
          </a:prstGeom>
          <a:solidFill>
            <a:schemeClr val="bg2">
              <a:lumMod val="1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GNB</a:t>
            </a:r>
            <a:endParaRPr kumimoji="1" lang="ko-KR" altLang="en-US" sz="800" b="1" dirty="0">
              <a:solidFill>
                <a:schemeClr val="bg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텍스트 개체 틀 4">
            <a:extLst>
              <a:ext uri="{FF2B5EF4-FFF2-40B4-BE49-F238E27FC236}">
                <a16:creationId xmlns:a16="http://schemas.microsoft.com/office/drawing/2014/main" id="{87B9A4B0-5DA6-29E5-79EF-CB86FE9531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71335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NB+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A29FCAF-D6D6-587A-8083-B1C6988C8FF4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70CCF293-F8AC-D5FE-B736-56DAFB220B82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lvl="0" algn="r"/>
              <a:t>‹#›</a:t>
            </a:fld>
            <a:endParaRPr lang="ko-KR" altLang="en-US" dirty="0">
              <a:solidFill>
                <a:srgbClr val="999D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99668F19-7800-9DC0-6B5C-81D34C5390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4C1C949C-3B60-9245-38A2-0EF5E604AC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97756F-301B-146E-BE4E-60D68A5DC629}"/>
              </a:ext>
            </a:extLst>
          </p:cNvPr>
          <p:cNvSpPr/>
          <p:nvPr userDrawn="1"/>
        </p:nvSpPr>
        <p:spPr>
          <a:xfrm>
            <a:off x="0" y="441262"/>
            <a:ext cx="9525619" cy="216000"/>
          </a:xfrm>
          <a:prstGeom prst="rect">
            <a:avLst/>
          </a:prstGeom>
          <a:solidFill>
            <a:schemeClr val="bg2">
              <a:lumMod val="1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GNB</a:t>
            </a:r>
            <a:endParaRPr kumimoji="1" lang="ko-KR" altLang="en-US" sz="800" b="1" dirty="0">
              <a:solidFill>
                <a:schemeClr val="bg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CE9C57-2D00-F18E-E041-348521E47AD8}"/>
              </a:ext>
            </a:extLst>
          </p:cNvPr>
          <p:cNvSpPr/>
          <p:nvPr userDrawn="1"/>
        </p:nvSpPr>
        <p:spPr>
          <a:xfrm>
            <a:off x="0" y="6642000"/>
            <a:ext cx="9525619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FOOTER</a:t>
            </a:r>
            <a:endParaRPr kumimoji="1" lang="ko-KR" altLang="en-US" sz="800" b="1" dirty="0"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FA8C6C31-DCC9-3B1D-4D65-7384E7F9C6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 algn="ctr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88474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A29FCAF-D6D6-587A-8083-B1C6988C8FF4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70CCF293-F8AC-D5FE-B736-56DAFB220B82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lvl="0" algn="r"/>
              <a:t>‹#›</a:t>
            </a:fld>
            <a:endParaRPr lang="ko-KR" altLang="en-US" dirty="0">
              <a:solidFill>
                <a:srgbClr val="999DA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99668F19-7800-9DC0-6B5C-81D34C5390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4C1C949C-3B60-9245-38A2-0EF5E604AC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CE9C57-2D00-F18E-E041-348521E47AD8}"/>
              </a:ext>
            </a:extLst>
          </p:cNvPr>
          <p:cNvSpPr/>
          <p:nvPr userDrawn="1"/>
        </p:nvSpPr>
        <p:spPr>
          <a:xfrm>
            <a:off x="0" y="6648350"/>
            <a:ext cx="9525619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FOOTER</a:t>
            </a:r>
            <a:endParaRPr kumimoji="1" lang="ko-KR" altLang="en-US" sz="800" b="1" dirty="0"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514BF1E2-538B-E96C-B710-930E0629AC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04627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NB+다음계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D5D96F8-E4F2-4942-0EB1-EEBCCAAA2D7F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A3A03C90-CE18-2AEB-372C-D87ABAADE18A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lvl="0" algn="r"/>
              <a:t>‹#›</a:t>
            </a:fld>
            <a:endParaRPr lang="ko-KR" altLang="en-US" dirty="0">
              <a:solidFill>
                <a:srgbClr val="999DA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9676485B-F694-3C31-3794-35EA750C60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3" name="텍스트 개체 틀 4">
            <a:extLst>
              <a:ext uri="{FF2B5EF4-FFF2-40B4-BE49-F238E27FC236}">
                <a16:creationId xmlns:a16="http://schemas.microsoft.com/office/drawing/2014/main" id="{BE64D694-9538-46CB-31E6-4AADAC8A3D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650964-DF69-FB43-1E75-39D6B4B35F4C}"/>
              </a:ext>
            </a:extLst>
          </p:cNvPr>
          <p:cNvSpPr/>
          <p:nvPr userDrawn="1"/>
        </p:nvSpPr>
        <p:spPr>
          <a:xfrm>
            <a:off x="0" y="441262"/>
            <a:ext cx="9525619" cy="216000"/>
          </a:xfrm>
          <a:prstGeom prst="rect">
            <a:avLst/>
          </a:prstGeom>
          <a:solidFill>
            <a:schemeClr val="bg2">
              <a:lumMod val="1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GNB</a:t>
            </a:r>
            <a:endParaRPr kumimoji="1" lang="ko-KR" altLang="en-US" sz="800" b="1" dirty="0">
              <a:solidFill>
                <a:schemeClr val="bg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7B1FAB-1ECB-603B-8955-40FF8137C72D}"/>
              </a:ext>
            </a:extLst>
          </p:cNvPr>
          <p:cNvSpPr/>
          <p:nvPr userDrawn="1"/>
        </p:nvSpPr>
        <p:spPr>
          <a:xfrm>
            <a:off x="0" y="6642000"/>
            <a:ext cx="9525619" cy="216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>
                <a:lumMod val="65000"/>
              </a:schemeClr>
            </a:bgClr>
          </a:patt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b="0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▼ 다음 화면에서 계속 ▼</a:t>
            </a:r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3ABE8089-E685-990E-15EF-5B4EACF01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720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91219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전계속+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25FBE8C-4411-3059-44FE-4A0A7CF74785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9800E461-2612-874F-2E47-18B2219B8473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lvl="0" algn="r"/>
              <a:t>‹#›</a:t>
            </a:fld>
            <a:endParaRPr lang="ko-KR" altLang="en-US">
              <a:solidFill>
                <a:srgbClr val="999DA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텍스트 개체 틀 4">
            <a:extLst>
              <a:ext uri="{FF2B5EF4-FFF2-40B4-BE49-F238E27FC236}">
                <a16:creationId xmlns:a16="http://schemas.microsoft.com/office/drawing/2014/main" id="{11FEE334-03A2-EB9E-6AA9-2BD0CC7C55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48F56F0D-AA69-459C-6B8C-94DA3EA8A9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BD6339-71F0-309C-3996-24182D4A114A}"/>
              </a:ext>
            </a:extLst>
          </p:cNvPr>
          <p:cNvSpPr/>
          <p:nvPr userDrawn="1"/>
        </p:nvSpPr>
        <p:spPr>
          <a:xfrm>
            <a:off x="0" y="435547"/>
            <a:ext cx="9525619" cy="216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>
                <a:lumMod val="65000"/>
              </a:schemeClr>
            </a:bgClr>
          </a:patt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b="0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 이전 화면에서 계속 ▲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158BA4-0AE0-D590-40AD-4CBB15F5E470}"/>
              </a:ext>
            </a:extLst>
          </p:cNvPr>
          <p:cNvSpPr/>
          <p:nvPr userDrawn="1"/>
        </p:nvSpPr>
        <p:spPr>
          <a:xfrm>
            <a:off x="0" y="6648350"/>
            <a:ext cx="9525619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FOOTER</a:t>
            </a:r>
            <a:endParaRPr kumimoji="1" lang="ko-KR" altLang="en-US" sz="800" b="1" dirty="0"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01C56D33-563E-DA71-C9B3-5C1BFCDACA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720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28510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전계속+다음계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B9BB4C0-4898-9DF3-E33F-9D387D807EED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54636AEE-EF79-F383-E033-04BE8E39430B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lvl="0" algn="r"/>
              <a:t>‹#›</a:t>
            </a:fld>
            <a:endParaRPr lang="ko-KR" altLang="en-US">
              <a:solidFill>
                <a:srgbClr val="999DA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8ECB712B-C5E8-F493-0C05-639E6024E2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3AD54D5F-B550-ACA2-A9FD-625175F829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67C327C-4831-5CE4-37E2-CE59AD06C025}"/>
              </a:ext>
            </a:extLst>
          </p:cNvPr>
          <p:cNvSpPr/>
          <p:nvPr userDrawn="1"/>
        </p:nvSpPr>
        <p:spPr>
          <a:xfrm>
            <a:off x="0" y="6642000"/>
            <a:ext cx="9525619" cy="216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>
                <a:lumMod val="65000"/>
              </a:schemeClr>
            </a:bgClr>
          </a:patt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b="0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▼ 다음 화면에서 계속 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7D26708-FBB9-DC5B-EA3B-6F5EDDC1C685}"/>
              </a:ext>
            </a:extLst>
          </p:cNvPr>
          <p:cNvSpPr/>
          <p:nvPr userDrawn="1"/>
        </p:nvSpPr>
        <p:spPr>
          <a:xfrm>
            <a:off x="0" y="442000"/>
            <a:ext cx="9525619" cy="216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>
                <a:lumMod val="65000"/>
              </a:schemeClr>
            </a:bgClr>
          </a:patt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b="0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 이전 화면에서 계속 ▲</a:t>
            </a:r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A0F611A6-0FC9-131E-8F78-946DFD4480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20330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p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B9BB4C0-4898-9DF3-E33F-9D387D807EED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54636AEE-EF79-F383-E033-04BE8E39430B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lvl="0" algn="r"/>
              <a:t>‹#›</a:t>
            </a:fld>
            <a:endParaRPr lang="ko-KR" altLang="en-US">
              <a:solidFill>
                <a:srgbClr val="999D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15E8B601-C275-4879-4202-C25F73A3BC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90000" tIns="46800" rIns="90000" bIns="46800" anchor="ctr" anchorCtr="0">
            <a:noAutofit/>
          </a:bodyPr>
          <a:lstStyle>
            <a:lvl1pPr marL="0" indent="0">
              <a:buNone/>
              <a:defRPr sz="8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7" name="텍스트 개체 틀 4">
            <a:extLst>
              <a:ext uri="{FF2B5EF4-FFF2-40B4-BE49-F238E27FC236}">
                <a16:creationId xmlns:a16="http://schemas.microsoft.com/office/drawing/2014/main" id="{837FC304-AA30-3181-5E07-9769C17735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90000" tIns="46800" rIns="90000" bIns="468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3DEDE5-4FB3-4130-C9FD-CC1CE7DC153E}"/>
              </a:ext>
            </a:extLst>
          </p:cNvPr>
          <p:cNvSpPr/>
          <p:nvPr userDrawn="1"/>
        </p:nvSpPr>
        <p:spPr>
          <a:xfrm>
            <a:off x="0" y="438577"/>
            <a:ext cx="12192000" cy="642704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511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8108EBE-CEB3-AA2E-3CC7-549B9F1C591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06006789"/>
              </p:ext>
            </p:extLst>
          </p:nvPr>
        </p:nvGraphicFramePr>
        <p:xfrm>
          <a:off x="-4762" y="0"/>
          <a:ext cx="12196800" cy="444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0451576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8715498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프로젝트명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2025 </a:t>
                      </a:r>
                      <a:r>
                        <a:rPr lang="ko-KR" altLang="en-US" sz="800"/>
                        <a:t>시스템 구축</a:t>
                      </a:r>
                      <a:endParaRPr lang="ko-KR" altLang="en-US" sz="800" dirty="0"/>
                    </a:p>
                  </a:txBody>
                  <a:tcPr marL="54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버전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endParaRPr lang="ko-KR" altLang="en-US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시스템 유형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Front/Back Office </a:t>
                      </a:r>
                      <a:endParaRPr lang="ko-KR" altLang="en-US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작성일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2025.11.14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조정민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latin typeface="+mn-ea"/>
                          <a:ea typeface="+mn-ea"/>
                        </a:rPr>
                        <a:t>page</a:t>
                      </a:r>
                      <a:endParaRPr lang="ko-KR" altLang="en-US" sz="80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Navigation</a:t>
                      </a:r>
                      <a:endParaRPr lang="ko-KR" altLang="en-US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l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54" marB="45754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54" marB="45754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3F6020B8-70CF-8512-974D-A45C8F1A016C}"/>
              </a:ext>
            </a:extLst>
          </p:cNvPr>
          <p:cNvSpPr/>
          <p:nvPr userDrawn="1"/>
        </p:nvSpPr>
        <p:spPr>
          <a:xfrm>
            <a:off x="0" y="441262"/>
            <a:ext cx="9525619" cy="216000"/>
          </a:xfrm>
          <a:prstGeom prst="rect">
            <a:avLst/>
          </a:prstGeom>
          <a:solidFill>
            <a:schemeClr val="bg2">
              <a:lumMod val="1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endParaRPr kumimoji="1" lang="ko-KR" altLang="en-US" sz="800" b="1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03152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n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C0C9BDF2-6476-4F28-B5FE-8F3ABFB63E15}"/>
              </a:ext>
            </a:extLst>
          </p:cNvPr>
          <p:cNvSpPr txBox="1">
            <a:spLocks/>
          </p:cNvSpPr>
          <p:nvPr userDrawn="1"/>
        </p:nvSpPr>
        <p:spPr>
          <a:xfrm>
            <a:off x="11465334" y="6365324"/>
            <a:ext cx="390666" cy="195814"/>
          </a:xfrm>
          <a:prstGeom prst="rect">
            <a:avLst/>
          </a:prstGeom>
        </p:spPr>
        <p:txBody>
          <a:bodyPr vert="horz" wrap="none" lIns="72000" tIns="72000" rIns="7200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999DA0"/>
                </a:solidFill>
                <a:effectLst/>
                <a:uLnTx/>
                <a:uFillTx/>
                <a:latin typeface="+mn-ea"/>
              </a:defRPr>
            </a:lvl1pPr>
          </a:lstStyle>
          <a:p>
            <a:pPr lvl="0"/>
            <a:fld id="{8AC83212-40E5-4068-9ED0-E03E380DD4AC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C8BEC0D8-2B54-36C1-E5B8-AB0E4183B50F}"/>
              </a:ext>
            </a:extLst>
          </p:cNvPr>
          <p:cNvSpPr txBox="1">
            <a:spLocks/>
          </p:cNvSpPr>
          <p:nvPr userDrawn="1"/>
        </p:nvSpPr>
        <p:spPr>
          <a:xfrm>
            <a:off x="11465334" y="6365324"/>
            <a:ext cx="390666" cy="195814"/>
          </a:xfrm>
          <a:prstGeom prst="rect">
            <a:avLst/>
          </a:prstGeom>
        </p:spPr>
        <p:txBody>
          <a:bodyPr vert="horz" wrap="none" lIns="72000" tIns="72000" rIns="7200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999DA0"/>
                </a:solidFill>
                <a:effectLst/>
                <a:uLnTx/>
                <a:uFillTx/>
                <a:latin typeface="+mn-ea"/>
              </a:defRPr>
            </a:lvl1pPr>
          </a:lstStyle>
          <a:p>
            <a:pPr lvl="0"/>
            <a:fld id="{8AC83212-40E5-4068-9ED0-E03E380DD4AC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E989F26-D8A4-9B68-E254-AED0D477340F}"/>
              </a:ext>
            </a:extLst>
          </p:cNvPr>
          <p:cNvCxnSpPr/>
          <p:nvPr userDrawn="1"/>
        </p:nvCxnSpPr>
        <p:spPr>
          <a:xfrm>
            <a:off x="336000" y="6318000"/>
            <a:ext cx="1152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5A3C97C-2888-7DEF-4C98-688656DCC436}"/>
              </a:ext>
            </a:extLst>
          </p:cNvPr>
          <p:cNvCxnSpPr>
            <a:cxnSpLocks/>
          </p:cNvCxnSpPr>
          <p:nvPr userDrawn="1"/>
        </p:nvCxnSpPr>
        <p:spPr>
          <a:xfrm>
            <a:off x="336000" y="549274"/>
            <a:ext cx="1152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793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133">
          <p15:clr>
            <a:srgbClr val="FBAE40"/>
          </p15:clr>
        </p15:guide>
        <p15:guide id="4" pos="438">
          <p15:clr>
            <a:srgbClr val="FBAE40"/>
          </p15:clr>
        </p15:guide>
        <p15:guide id="5" pos="7242">
          <p15:clr>
            <a:srgbClr val="FBAE40"/>
          </p15:clr>
        </p15:guide>
        <p15:guide id="6" orient="horz" pos="346">
          <p15:clr>
            <a:srgbClr val="FBAE40"/>
          </p15:clr>
        </p15:guide>
        <p15:guide id="7" pos="7469">
          <p15:clr>
            <a:srgbClr val="FBAE40"/>
          </p15:clr>
        </p15:guide>
        <p15:guide id="8" pos="211">
          <p15:clr>
            <a:srgbClr val="FBAE40"/>
          </p15:clr>
        </p15:guide>
        <p15:guide id="9" orient="horz" pos="3838">
          <p15:clr>
            <a:srgbClr val="FBAE40"/>
          </p15:clr>
        </p15:guide>
        <p15:guide id="10" orient="horz" pos="197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C39D67E-C17B-BCC9-0740-E84A2E61D261}"/>
              </a:ext>
            </a:extLst>
          </p:cNvPr>
          <p:cNvSpPr txBox="1"/>
          <p:nvPr userDrawn="1"/>
        </p:nvSpPr>
        <p:spPr>
          <a:xfrm>
            <a:off x="695324" y="6166502"/>
            <a:ext cx="5168088" cy="215691"/>
          </a:xfrm>
          <a:prstGeom prst="rect">
            <a:avLst/>
          </a:prstGeom>
          <a:noFill/>
        </p:spPr>
        <p:txBody>
          <a:bodyPr wrap="square" lIns="0" tIns="720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 문서에 포함된 정보의 전부 또는 일부를 무단으로 제 </a:t>
            </a:r>
            <a:r>
              <a:rPr lang="en-US" altLang="ko-KR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자에게 공개</a:t>
            </a:r>
            <a:r>
              <a:rPr lang="en-US" altLang="ko-KR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배포</a:t>
            </a:r>
            <a:r>
              <a:rPr lang="en-US" altLang="ko-KR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복사 또는 사용하는 것은 엄격히 금지됩니다</a:t>
            </a:r>
            <a:r>
              <a:rPr lang="en-US" altLang="ko-KR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56295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4133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40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27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+텍스트입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4">
            <a:extLst>
              <a:ext uri="{FF2B5EF4-FFF2-40B4-BE49-F238E27FC236}">
                <a16:creationId xmlns:a16="http://schemas.microsoft.com/office/drawing/2014/main" id="{43B1ECAE-CCA2-FD13-F52F-E9CBB19DAA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7C14AFA9-B139-0045-6D74-224994E873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10A1C538-2AF6-DE6E-8829-93D37C57B5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 algn="ctr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130388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+텍스트입력+라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BE38FB3-8AC4-2415-59F5-BC6E22344498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lvl="0" algn="r"/>
              <a:t>‹#›</a:t>
            </a:fld>
            <a:endParaRPr lang="ko-KR" altLang="en-US">
              <a:solidFill>
                <a:srgbClr val="999D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C9564F4-CE23-9492-D8DB-97B5205829B7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FBFD36C4-6F0F-764D-3CA3-ACD9A16D3D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21F74E0F-54BC-7C2C-E741-E6AAB0414A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71F12637-CC7E-67B8-47B0-A1EC211D30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749878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+텍스트입력+라인+다음계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49DA0CC-0300-3AD8-A233-C2061A0951AC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DA5872-7ED5-BC1D-7064-CD29793D3165}"/>
              </a:ext>
            </a:extLst>
          </p:cNvPr>
          <p:cNvSpPr/>
          <p:nvPr userDrawn="1"/>
        </p:nvSpPr>
        <p:spPr>
          <a:xfrm>
            <a:off x="0" y="6642000"/>
            <a:ext cx="9525619" cy="216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>
                <a:lumMod val="65000"/>
              </a:schemeClr>
            </a:bgClr>
          </a:patt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b="0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▼ 다음 화면에서 계속 ▼</a:t>
            </a:r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5E23241B-DBC9-EDAE-D0B3-55C7FA3127DC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lvl="0" algn="r"/>
              <a:t>‹#›</a:t>
            </a:fld>
            <a:endParaRPr lang="ko-KR" altLang="en-US" dirty="0">
              <a:solidFill>
                <a:srgbClr val="999DA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6473854E-9267-A375-D7BD-C4798EDCCB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79E2C078-384B-2D56-FF5D-B5B9B1C68F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94C86832-34E6-E677-5488-801BC4DC12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545312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+텍스트입력+라인+이전계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8F3C243-B363-B159-4A5E-DD3B4F9DB8CE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82FEC607-7214-461B-0F0D-037849282542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lvl="0" algn="r"/>
              <a:t>‹#›</a:t>
            </a:fld>
            <a:endParaRPr lang="ko-KR" altLang="en-US" dirty="0">
              <a:solidFill>
                <a:srgbClr val="999D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텍스트 개체 틀 4">
            <a:extLst>
              <a:ext uri="{FF2B5EF4-FFF2-40B4-BE49-F238E27FC236}">
                <a16:creationId xmlns:a16="http://schemas.microsoft.com/office/drawing/2014/main" id="{B59E2786-3B97-FE29-A82A-2464BC4ED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2CECA509-F2CF-EC00-6C72-9397F7F906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CD68E66-2BB2-7230-9871-3041AE06087F}"/>
              </a:ext>
            </a:extLst>
          </p:cNvPr>
          <p:cNvSpPr/>
          <p:nvPr userDrawn="1"/>
        </p:nvSpPr>
        <p:spPr>
          <a:xfrm>
            <a:off x="0" y="441262"/>
            <a:ext cx="9525619" cy="216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>
                <a:lumMod val="65000"/>
              </a:schemeClr>
            </a:bgClr>
          </a:patt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b="0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 이전 화면에서 계속 ▲</a:t>
            </a:r>
          </a:p>
        </p:txBody>
      </p:sp>
      <p:sp>
        <p:nvSpPr>
          <p:cNvPr id="3" name="텍스트 개체 틀 4">
            <a:extLst>
              <a:ext uri="{FF2B5EF4-FFF2-40B4-BE49-F238E27FC236}">
                <a16:creationId xmlns:a16="http://schemas.microsoft.com/office/drawing/2014/main" id="{9EF1439B-983A-346B-40FC-BEF126B4B3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81788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N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1E39D88-C562-B3D6-B82F-B36FC315769C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EC6BC52E-9463-14FA-639E-33A47840E067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lvl="0" algn="r"/>
              <a:t>‹#›</a:t>
            </a:fld>
            <a:endParaRPr lang="ko-KR" altLang="en-US" dirty="0">
              <a:solidFill>
                <a:srgbClr val="999D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8BF246CB-5D90-3818-37C0-A4B5B41C98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7" name="텍스트 개체 틀 4">
            <a:extLst>
              <a:ext uri="{FF2B5EF4-FFF2-40B4-BE49-F238E27FC236}">
                <a16:creationId xmlns:a16="http://schemas.microsoft.com/office/drawing/2014/main" id="{0B8FC1F9-8387-5DEC-00E8-6638B82A9D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B6A6FBC-8A06-671D-3C68-398B438AC7B5}"/>
              </a:ext>
            </a:extLst>
          </p:cNvPr>
          <p:cNvSpPr/>
          <p:nvPr userDrawn="1"/>
        </p:nvSpPr>
        <p:spPr>
          <a:xfrm>
            <a:off x="0" y="441262"/>
            <a:ext cx="9525619" cy="216000"/>
          </a:xfrm>
          <a:prstGeom prst="rect">
            <a:avLst/>
          </a:prstGeom>
          <a:solidFill>
            <a:schemeClr val="bg2">
              <a:lumMod val="1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GNB</a:t>
            </a:r>
            <a:endParaRPr kumimoji="1" lang="ko-KR" altLang="en-US" sz="800" b="1" dirty="0">
              <a:solidFill>
                <a:schemeClr val="bg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텍스트 개체 틀 4">
            <a:extLst>
              <a:ext uri="{FF2B5EF4-FFF2-40B4-BE49-F238E27FC236}">
                <a16:creationId xmlns:a16="http://schemas.microsoft.com/office/drawing/2014/main" id="{87B9A4B0-5DA6-29E5-79EF-CB86FE9531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713351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NB+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A29FCAF-D6D6-587A-8083-B1C6988C8FF4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70CCF293-F8AC-D5FE-B736-56DAFB220B82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lvl="0" algn="r"/>
              <a:t>‹#›</a:t>
            </a:fld>
            <a:endParaRPr lang="ko-KR" altLang="en-US" dirty="0">
              <a:solidFill>
                <a:srgbClr val="999D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99668F19-7800-9DC0-6B5C-81D34C5390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4C1C949C-3B60-9245-38A2-0EF5E604AC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97756F-301B-146E-BE4E-60D68A5DC629}"/>
              </a:ext>
            </a:extLst>
          </p:cNvPr>
          <p:cNvSpPr/>
          <p:nvPr userDrawn="1"/>
        </p:nvSpPr>
        <p:spPr>
          <a:xfrm>
            <a:off x="0" y="441262"/>
            <a:ext cx="9525619" cy="216000"/>
          </a:xfrm>
          <a:prstGeom prst="rect">
            <a:avLst/>
          </a:prstGeom>
          <a:solidFill>
            <a:schemeClr val="bg2">
              <a:lumMod val="1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GNB</a:t>
            </a:r>
            <a:endParaRPr kumimoji="1" lang="ko-KR" altLang="en-US" sz="800" b="1" dirty="0">
              <a:solidFill>
                <a:schemeClr val="bg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CE9C57-2D00-F18E-E041-348521E47AD8}"/>
              </a:ext>
            </a:extLst>
          </p:cNvPr>
          <p:cNvSpPr/>
          <p:nvPr userDrawn="1"/>
        </p:nvSpPr>
        <p:spPr>
          <a:xfrm>
            <a:off x="0" y="6642000"/>
            <a:ext cx="9525619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FOOTER</a:t>
            </a:r>
            <a:endParaRPr kumimoji="1" lang="ko-KR" altLang="en-US" sz="800" b="1" dirty="0"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FA8C6C31-DCC9-3B1D-4D65-7384E7F9C6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 algn="ctr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884744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A29FCAF-D6D6-587A-8083-B1C6988C8FF4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70CCF293-F8AC-D5FE-B736-56DAFB220B82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lvl="0" algn="r"/>
              <a:t>‹#›</a:t>
            </a:fld>
            <a:endParaRPr lang="ko-KR" altLang="en-US" dirty="0">
              <a:solidFill>
                <a:srgbClr val="999DA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99668F19-7800-9DC0-6B5C-81D34C5390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4C1C949C-3B60-9245-38A2-0EF5E604AC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CE9C57-2D00-F18E-E041-348521E47AD8}"/>
              </a:ext>
            </a:extLst>
          </p:cNvPr>
          <p:cNvSpPr/>
          <p:nvPr userDrawn="1"/>
        </p:nvSpPr>
        <p:spPr>
          <a:xfrm>
            <a:off x="0" y="6648350"/>
            <a:ext cx="9525619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FOOTER</a:t>
            </a:r>
            <a:endParaRPr kumimoji="1" lang="ko-KR" altLang="en-US" sz="800" b="1" dirty="0"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514BF1E2-538B-E96C-B710-930E0629AC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046273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NB+다음계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D5D96F8-E4F2-4942-0EB1-EEBCCAAA2D7F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A3A03C90-CE18-2AEB-372C-D87ABAADE18A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lvl="0" algn="r"/>
              <a:t>‹#›</a:t>
            </a:fld>
            <a:endParaRPr lang="ko-KR" altLang="en-US" dirty="0">
              <a:solidFill>
                <a:srgbClr val="999DA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9676485B-F694-3C31-3794-35EA750C60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3" name="텍스트 개체 틀 4">
            <a:extLst>
              <a:ext uri="{FF2B5EF4-FFF2-40B4-BE49-F238E27FC236}">
                <a16:creationId xmlns:a16="http://schemas.microsoft.com/office/drawing/2014/main" id="{BE64D694-9538-46CB-31E6-4AADAC8A3D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650964-DF69-FB43-1E75-39D6B4B35F4C}"/>
              </a:ext>
            </a:extLst>
          </p:cNvPr>
          <p:cNvSpPr/>
          <p:nvPr userDrawn="1"/>
        </p:nvSpPr>
        <p:spPr>
          <a:xfrm>
            <a:off x="0" y="441262"/>
            <a:ext cx="9525619" cy="216000"/>
          </a:xfrm>
          <a:prstGeom prst="rect">
            <a:avLst/>
          </a:prstGeom>
          <a:solidFill>
            <a:schemeClr val="bg2">
              <a:lumMod val="1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GNB</a:t>
            </a:r>
            <a:endParaRPr kumimoji="1" lang="ko-KR" altLang="en-US" sz="800" b="1" dirty="0">
              <a:solidFill>
                <a:schemeClr val="bg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7B1FAB-1ECB-603B-8955-40FF8137C72D}"/>
              </a:ext>
            </a:extLst>
          </p:cNvPr>
          <p:cNvSpPr/>
          <p:nvPr userDrawn="1"/>
        </p:nvSpPr>
        <p:spPr>
          <a:xfrm>
            <a:off x="0" y="6642000"/>
            <a:ext cx="9525619" cy="216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>
                <a:lumMod val="65000"/>
              </a:schemeClr>
            </a:bgClr>
          </a:patt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b="0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▼ 다음 화면에서 계속 ▼</a:t>
            </a:r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3ABE8089-E685-990E-15EF-5B4EACF01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720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912197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전계속+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25FBE8C-4411-3059-44FE-4A0A7CF74785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9800E461-2612-874F-2E47-18B2219B8473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lvl="0" algn="r"/>
              <a:t>‹#›</a:t>
            </a:fld>
            <a:endParaRPr lang="ko-KR" altLang="en-US">
              <a:solidFill>
                <a:srgbClr val="999DA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텍스트 개체 틀 4">
            <a:extLst>
              <a:ext uri="{FF2B5EF4-FFF2-40B4-BE49-F238E27FC236}">
                <a16:creationId xmlns:a16="http://schemas.microsoft.com/office/drawing/2014/main" id="{11FEE334-03A2-EB9E-6AA9-2BD0CC7C55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48F56F0D-AA69-459C-6B8C-94DA3EA8A9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BD6339-71F0-309C-3996-24182D4A114A}"/>
              </a:ext>
            </a:extLst>
          </p:cNvPr>
          <p:cNvSpPr/>
          <p:nvPr userDrawn="1"/>
        </p:nvSpPr>
        <p:spPr>
          <a:xfrm>
            <a:off x="0" y="435547"/>
            <a:ext cx="9525619" cy="216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>
                <a:lumMod val="65000"/>
              </a:schemeClr>
            </a:bgClr>
          </a:patt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b="0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 이전 화면에서 계속 ▲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158BA4-0AE0-D590-40AD-4CBB15F5E470}"/>
              </a:ext>
            </a:extLst>
          </p:cNvPr>
          <p:cNvSpPr/>
          <p:nvPr userDrawn="1"/>
        </p:nvSpPr>
        <p:spPr>
          <a:xfrm>
            <a:off x="0" y="6648350"/>
            <a:ext cx="9525619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FOOTER</a:t>
            </a:r>
            <a:endParaRPr kumimoji="1" lang="ko-KR" altLang="en-US" sz="800" b="1" dirty="0"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01C56D33-563E-DA71-C9B3-5C1BFCDACA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720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285102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전계속+다음계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B9BB4C0-4898-9DF3-E33F-9D387D807EED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54636AEE-EF79-F383-E033-04BE8E39430B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lvl="0" algn="r"/>
              <a:t>‹#›</a:t>
            </a:fld>
            <a:endParaRPr lang="ko-KR" altLang="en-US">
              <a:solidFill>
                <a:srgbClr val="999DA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8ECB712B-C5E8-F493-0C05-639E6024E2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sz="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3AD54D5F-B550-ACA2-A9FD-625175F829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67C327C-4831-5CE4-37E2-CE59AD06C025}"/>
              </a:ext>
            </a:extLst>
          </p:cNvPr>
          <p:cNvSpPr/>
          <p:nvPr userDrawn="1"/>
        </p:nvSpPr>
        <p:spPr>
          <a:xfrm>
            <a:off x="0" y="6642000"/>
            <a:ext cx="9525619" cy="216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>
                <a:lumMod val="65000"/>
              </a:schemeClr>
            </a:bgClr>
          </a:patt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b="0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▼ 다음 화면에서 계속 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7D26708-FBB9-DC5B-EA3B-6F5EDDC1C685}"/>
              </a:ext>
            </a:extLst>
          </p:cNvPr>
          <p:cNvSpPr/>
          <p:nvPr userDrawn="1"/>
        </p:nvSpPr>
        <p:spPr>
          <a:xfrm>
            <a:off x="0" y="442000"/>
            <a:ext cx="9525619" cy="216000"/>
          </a:xfrm>
          <a:prstGeom prst="rect">
            <a:avLst/>
          </a:prstGeom>
          <a:pattFill prst="pct60">
            <a:fgClr>
              <a:schemeClr val="tx1">
                <a:lumMod val="50000"/>
                <a:lumOff val="50000"/>
              </a:schemeClr>
            </a:fgClr>
            <a:bgClr>
              <a:schemeClr val="bg1">
                <a:lumMod val="65000"/>
              </a:schemeClr>
            </a:bgClr>
          </a:patt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b="0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 이전 화면에서 계속 ▲</a:t>
            </a:r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A0F611A6-0FC9-131E-8F78-946DFD4480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203308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p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B9BB4C0-4898-9DF3-E33F-9D387D807EED}"/>
              </a:ext>
            </a:extLst>
          </p:cNvPr>
          <p:cNvCxnSpPr>
            <a:cxnSpLocks/>
          </p:cNvCxnSpPr>
          <p:nvPr userDrawn="1"/>
        </p:nvCxnSpPr>
        <p:spPr>
          <a:xfrm>
            <a:off x="9525619" y="444500"/>
            <a:ext cx="0" cy="641520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54636AEE-EF79-F383-E033-04BE8E39430B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lvl="0" algn="r"/>
              <a:t>‹#›</a:t>
            </a:fld>
            <a:endParaRPr lang="ko-KR" altLang="en-US">
              <a:solidFill>
                <a:srgbClr val="999D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15E8B601-C275-4879-4202-C25F73A3BC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4" y="222577"/>
            <a:ext cx="4093200" cy="216000"/>
          </a:xfrm>
          <a:prstGeom prst="rect">
            <a:avLst/>
          </a:prstGeom>
        </p:spPr>
        <p:txBody>
          <a:bodyPr lIns="90000" tIns="46800" rIns="90000" bIns="46800" anchor="ctr" anchorCtr="0">
            <a:noAutofit/>
          </a:bodyPr>
          <a:lstStyle>
            <a:lvl1pPr marL="0" indent="0">
              <a:buNone/>
              <a:defRPr sz="8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7" name="텍스트 개체 틀 4">
            <a:extLst>
              <a:ext uri="{FF2B5EF4-FFF2-40B4-BE49-F238E27FC236}">
                <a16:creationId xmlns:a16="http://schemas.microsoft.com/office/drawing/2014/main" id="{837FC304-AA30-3181-5E07-9769C17735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2120" y="222577"/>
            <a:ext cx="6659880" cy="216000"/>
          </a:xfrm>
          <a:prstGeom prst="rect">
            <a:avLst/>
          </a:prstGeom>
        </p:spPr>
        <p:txBody>
          <a:bodyPr lIns="90000" tIns="46800" rIns="90000" bIns="468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3DEDE5-4FB3-4130-C9FD-CC1CE7DC153E}"/>
              </a:ext>
            </a:extLst>
          </p:cNvPr>
          <p:cNvSpPr/>
          <p:nvPr userDrawn="1"/>
        </p:nvSpPr>
        <p:spPr>
          <a:xfrm>
            <a:off x="0" y="438577"/>
            <a:ext cx="12192000" cy="642704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5112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8108EBE-CEB3-AA2E-3CC7-549B9F1C591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1746025"/>
              </p:ext>
            </p:extLst>
          </p:nvPr>
        </p:nvGraphicFramePr>
        <p:xfrm>
          <a:off x="-4762" y="0"/>
          <a:ext cx="12196800" cy="444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0451576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8715498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프로젝트명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2025 </a:t>
                      </a:r>
                      <a:r>
                        <a:rPr lang="ko-KR" altLang="en-US" sz="800"/>
                        <a:t>시스템 구축</a:t>
                      </a:r>
                      <a:endParaRPr lang="ko-KR" altLang="en-US" sz="800" dirty="0"/>
                    </a:p>
                  </a:txBody>
                  <a:tcPr marL="54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버전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endParaRPr lang="ko-KR" altLang="en-US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시스템 유형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Front/Back Office </a:t>
                      </a:r>
                      <a:endParaRPr lang="ko-KR" altLang="en-US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작성일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2025.11.14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조정민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latin typeface="+mn-ea"/>
                          <a:ea typeface="+mn-ea"/>
                        </a:rPr>
                        <a:t>page</a:t>
                      </a:r>
                      <a:endParaRPr lang="ko-KR" altLang="en-US" sz="80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Navigation</a:t>
                      </a:r>
                      <a:endParaRPr lang="ko-KR" altLang="en-US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l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54" marB="45754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54" marB="45754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3F6020B8-70CF-8512-974D-A45C8F1A016C}"/>
              </a:ext>
            </a:extLst>
          </p:cNvPr>
          <p:cNvSpPr/>
          <p:nvPr userDrawn="1"/>
        </p:nvSpPr>
        <p:spPr>
          <a:xfrm>
            <a:off x="0" y="441262"/>
            <a:ext cx="9525619" cy="216000"/>
          </a:xfrm>
          <a:prstGeom prst="rect">
            <a:avLst/>
          </a:prstGeom>
          <a:solidFill>
            <a:schemeClr val="bg2">
              <a:lumMod val="1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endParaRPr kumimoji="1" lang="ko-KR" altLang="en-US" sz="800" b="1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03152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n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C0C9BDF2-6476-4F28-B5FE-8F3ABFB63E15}"/>
              </a:ext>
            </a:extLst>
          </p:cNvPr>
          <p:cNvSpPr txBox="1">
            <a:spLocks/>
          </p:cNvSpPr>
          <p:nvPr userDrawn="1"/>
        </p:nvSpPr>
        <p:spPr>
          <a:xfrm>
            <a:off x="11465334" y="6365324"/>
            <a:ext cx="390666" cy="195814"/>
          </a:xfrm>
          <a:prstGeom prst="rect">
            <a:avLst/>
          </a:prstGeom>
        </p:spPr>
        <p:txBody>
          <a:bodyPr vert="horz" wrap="none" lIns="72000" tIns="72000" rIns="7200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999DA0"/>
                </a:solidFill>
                <a:effectLst/>
                <a:uLnTx/>
                <a:uFillTx/>
                <a:latin typeface="+mn-ea"/>
              </a:defRPr>
            </a:lvl1pPr>
          </a:lstStyle>
          <a:p>
            <a:pPr lvl="0"/>
            <a:fld id="{8AC83212-40E5-4068-9ED0-E03E380DD4AC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C8BEC0D8-2B54-36C1-E5B8-AB0E4183B50F}"/>
              </a:ext>
            </a:extLst>
          </p:cNvPr>
          <p:cNvSpPr txBox="1">
            <a:spLocks/>
          </p:cNvSpPr>
          <p:nvPr userDrawn="1"/>
        </p:nvSpPr>
        <p:spPr>
          <a:xfrm>
            <a:off x="11465334" y="6365324"/>
            <a:ext cx="390666" cy="195814"/>
          </a:xfrm>
          <a:prstGeom prst="rect">
            <a:avLst/>
          </a:prstGeom>
        </p:spPr>
        <p:txBody>
          <a:bodyPr vert="horz" wrap="none" lIns="72000" tIns="72000" rIns="7200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999DA0"/>
                </a:solidFill>
                <a:effectLst/>
                <a:uLnTx/>
                <a:uFillTx/>
                <a:latin typeface="+mn-ea"/>
              </a:defRPr>
            </a:lvl1pPr>
          </a:lstStyle>
          <a:p>
            <a:pPr lvl="0"/>
            <a:fld id="{8AC83212-40E5-4068-9ED0-E03E380DD4AC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E989F26-D8A4-9B68-E254-AED0D477340F}"/>
              </a:ext>
            </a:extLst>
          </p:cNvPr>
          <p:cNvCxnSpPr/>
          <p:nvPr userDrawn="1"/>
        </p:nvCxnSpPr>
        <p:spPr>
          <a:xfrm>
            <a:off x="336000" y="6318000"/>
            <a:ext cx="1152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4471C511-146C-7C64-07D6-FB524EA58E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0" b="4410"/>
          <a:stretch/>
        </p:blipFill>
        <p:spPr>
          <a:xfrm>
            <a:off x="406800" y="6433516"/>
            <a:ext cx="603289" cy="127619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5A3C97C-2888-7DEF-4C98-688656DCC436}"/>
              </a:ext>
            </a:extLst>
          </p:cNvPr>
          <p:cNvCxnSpPr>
            <a:cxnSpLocks/>
          </p:cNvCxnSpPr>
          <p:nvPr userDrawn="1"/>
        </p:nvCxnSpPr>
        <p:spPr>
          <a:xfrm>
            <a:off x="336000" y="549274"/>
            <a:ext cx="1152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7938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C39D67E-C17B-BCC9-0740-E84A2E61D261}"/>
              </a:ext>
            </a:extLst>
          </p:cNvPr>
          <p:cNvSpPr txBox="1"/>
          <p:nvPr userDrawn="1"/>
        </p:nvSpPr>
        <p:spPr>
          <a:xfrm>
            <a:off x="695324" y="6166502"/>
            <a:ext cx="5168088" cy="215691"/>
          </a:xfrm>
          <a:prstGeom prst="rect">
            <a:avLst/>
          </a:prstGeom>
          <a:noFill/>
        </p:spPr>
        <p:txBody>
          <a:bodyPr wrap="square" lIns="0" tIns="720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 문서에 포함된 정보의 전부 또는 일부를 무단으로 제 </a:t>
            </a:r>
            <a:r>
              <a:rPr lang="en-US" altLang="ko-KR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자에게 공개</a:t>
            </a:r>
            <a:r>
              <a:rPr lang="en-US" altLang="ko-KR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배포</a:t>
            </a:r>
            <a:r>
              <a:rPr lang="en-US" altLang="ko-KR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복사 또는 사용하는 것은 엄격히 금지됩니다</a:t>
            </a:r>
            <a:r>
              <a:rPr lang="en-US" altLang="ko-KR" sz="700" kern="1200" spc="-50" baseline="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C4FE158-736F-A180-74ED-08ABC3B686A2}"/>
              </a:ext>
            </a:extLst>
          </p:cNvPr>
          <p:cNvGrpSpPr/>
          <p:nvPr userDrawn="1"/>
        </p:nvGrpSpPr>
        <p:grpSpPr>
          <a:xfrm>
            <a:off x="9015131" y="6004918"/>
            <a:ext cx="2481544" cy="375031"/>
            <a:chOff x="9015131" y="5812126"/>
            <a:chExt cx="2481544" cy="375031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461ED27-5D93-8192-2338-9298318750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88425" y="5812126"/>
              <a:ext cx="808250" cy="18751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00C1B7A-3101-81B3-7D3F-7EE6D155C746}"/>
                </a:ext>
              </a:extLst>
            </p:cNvPr>
            <p:cNvSpPr txBox="1"/>
            <p:nvPr userDrawn="1"/>
          </p:nvSpPr>
          <p:spPr>
            <a:xfrm>
              <a:off x="9015131" y="5973710"/>
              <a:ext cx="2481543" cy="213447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ko-KR" sz="700" kern="1200" spc="-50" baseline="0" dirty="0">
                  <a:solidFill>
                    <a:srgbClr val="514B4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Copyright ⓒ </a:t>
              </a:r>
              <a:r>
                <a:rPr lang="en-US" altLang="ko-KR" sz="700" kern="1200" spc="-50" baseline="0" dirty="0" err="1">
                  <a:solidFill>
                    <a:srgbClr val="514B4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innodis</a:t>
              </a:r>
              <a:r>
                <a:rPr lang="en-US" altLang="ko-KR" sz="700" kern="1200" spc="-50" baseline="0" dirty="0">
                  <a:solidFill>
                    <a:srgbClr val="514B4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r>
                <a:rPr lang="ko-KR" altLang="en-US" sz="700" kern="1200" spc="-50" baseline="0" dirty="0">
                  <a:solidFill>
                    <a:srgbClr val="514B4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700" kern="1200" spc="-50" baseline="0" dirty="0">
                  <a:solidFill>
                    <a:srgbClr val="514B4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6295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05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91" r:id="rId2"/>
    <p:sldLayoutId id="2147483692" r:id="rId3"/>
    <p:sldLayoutId id="2147483693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5BC92D2-2212-F815-83B0-0EAFA0FAB38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25033538"/>
              </p:ext>
            </p:extLst>
          </p:nvPr>
        </p:nvGraphicFramePr>
        <p:xfrm>
          <a:off x="-4762" y="0"/>
          <a:ext cx="12196800" cy="444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0451576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8715498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프로젝트명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 </a:t>
                      </a:r>
                      <a:r>
                        <a:rPr lang="ko-KR" altLang="en-US" sz="8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시스템 구축</a:t>
                      </a:r>
                      <a:endParaRPr lang="ko-KR" altLang="en-US" sz="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화면 버전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PC</a:t>
                      </a:r>
                      <a:endParaRPr lang="ko-KR" altLang="en-US" sz="800" spc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시스템 유형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Front/Back Office</a:t>
                      </a:r>
                      <a:endParaRPr lang="ko-KR" altLang="en-US" sz="600" spc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최종 작성일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2025-12-08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작성자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박세훈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화면</a:t>
                      </a:r>
                      <a:r>
                        <a:rPr lang="en-US" altLang="ko-KR" sz="800" spc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ID</a:t>
                      </a:r>
                      <a:endParaRPr lang="ko-KR" altLang="en-US" sz="800" spc="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 err="1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화면명</a:t>
                      </a:r>
                      <a:endParaRPr lang="ko-KR" altLang="en-US" sz="800" spc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Navigation</a:t>
                      </a:r>
                      <a:endParaRPr lang="ko-KR" altLang="en-US" sz="800" spc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l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54" marB="45754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54" marB="45754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3D65D6BB-A1D8-4717-6A71-757F162C4542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lvl="0" algn="r"/>
              <a:t>‹#›</a:t>
            </a:fld>
            <a:endParaRPr lang="ko-KR" altLang="en-US" dirty="0">
              <a:solidFill>
                <a:srgbClr val="999DA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123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69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6" r:id="rId8"/>
    <p:sldLayoutId id="2147483712" r:id="rId9"/>
    <p:sldLayoutId id="2147483713" r:id="rId10"/>
    <p:sldLayoutId id="2147483714" r:id="rId11"/>
    <p:sldLayoutId id="2147483717" r:id="rId12"/>
    <p:sldLayoutId id="2147483718" r:id="rId13"/>
    <p:sldLayoutId id="2147483719" r:id="rId14"/>
    <p:sldLayoutId id="2147483720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5998" userDrawn="1">
          <p15:clr>
            <a:srgbClr val="F26B43"/>
          </p15:clr>
        </p15:guide>
        <p15:guide id="4" pos="5768" userDrawn="1">
          <p15:clr>
            <a:srgbClr val="F26B43"/>
          </p15:clr>
        </p15:guide>
        <p15:guide id="5" pos="300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5BC92D2-2212-F815-83B0-0EAFA0FAB38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19675693"/>
              </p:ext>
            </p:extLst>
          </p:nvPr>
        </p:nvGraphicFramePr>
        <p:xfrm>
          <a:off x="-4762" y="0"/>
          <a:ext cx="12196800" cy="444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04515763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8715498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프로젝트명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 </a:t>
                      </a:r>
                      <a:r>
                        <a:rPr lang="ko-KR" altLang="en-US" sz="8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시스템 구축</a:t>
                      </a:r>
                      <a:endParaRPr lang="ko-KR" altLang="en-US" sz="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화면 버전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PC</a:t>
                      </a:r>
                      <a:endParaRPr lang="ko-KR" altLang="en-US" sz="800" spc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시스템 유형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Front/Back Office</a:t>
                      </a:r>
                      <a:endParaRPr lang="ko-KR" altLang="en-US" sz="600" spc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최종 작성일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2025-12-08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작성자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박세훈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화면</a:t>
                      </a:r>
                      <a:r>
                        <a:rPr lang="en-US" altLang="ko-KR" sz="800" spc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ID</a:t>
                      </a:r>
                      <a:endParaRPr lang="ko-KR" altLang="en-US" sz="800" spc="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 err="1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화면명</a:t>
                      </a:r>
                      <a:endParaRPr lang="ko-KR" altLang="en-US" sz="800" spc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Navigation</a:t>
                      </a:r>
                      <a:endParaRPr lang="ko-KR" altLang="en-US" sz="800" spc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l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54" marB="45754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54" marB="45754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3D65D6BB-A1D8-4717-6A71-757F162C4542}"/>
              </a:ext>
            </a:extLst>
          </p:cNvPr>
          <p:cNvSpPr txBox="1">
            <a:spLocks/>
          </p:cNvSpPr>
          <p:nvPr userDrawn="1"/>
        </p:nvSpPr>
        <p:spPr>
          <a:xfrm>
            <a:off x="11918157" y="6590889"/>
            <a:ext cx="129843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defPPr>
              <a:defRPr lang="ko-KR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 algn="r"/>
            <a:fld id="{8AC83212-40E5-4068-9ED0-E03E380DD4AC}" type="slidenum">
              <a:rPr lang="ko-KR" altLang="en-US" smtClean="0">
                <a:solidFill>
                  <a:srgbClr val="999DA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lvl="0" algn="r"/>
              <a:t>‹#›</a:t>
            </a:fld>
            <a:endParaRPr lang="ko-KR" altLang="en-US" dirty="0">
              <a:solidFill>
                <a:srgbClr val="999DA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123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mailto:###@###.###&#54805;&#49885;" TargetMode="Externa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mailto:###@###.###&#54805;&#49885;" TargetMode="External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C92614-C698-D56E-060C-B8AEA6744E74}"/>
              </a:ext>
            </a:extLst>
          </p:cNvPr>
          <p:cNvSpPr txBox="1"/>
          <p:nvPr/>
        </p:nvSpPr>
        <p:spPr>
          <a:xfrm>
            <a:off x="695325" y="1921062"/>
            <a:ext cx="3224601" cy="1046440"/>
          </a:xfrm>
          <a:prstGeom prst="rect">
            <a:avLst/>
          </a:prstGeom>
          <a:noFill/>
        </p:spPr>
        <p:txBody>
          <a:bodyPr wrap="none" lIns="0" tIns="0" bIns="0" rtlCol="0">
            <a:spAutoFit/>
          </a:bodyPr>
          <a:lstStyle/>
          <a:p>
            <a:r>
              <a:rPr lang="en-US" altLang="ko-KR" sz="3600" b="1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CMS </a:t>
            </a:r>
            <a:r>
              <a:rPr lang="ko-KR" altLang="en-US" sz="3600" b="1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화면설계서</a:t>
            </a:r>
            <a:endParaRPr lang="en-US" altLang="ko-KR" sz="3600" b="1" dirty="0">
              <a:solidFill>
                <a:srgbClr val="514B4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lang="en-US" altLang="ko-KR" sz="1600" dirty="0">
              <a:solidFill>
                <a:srgbClr val="514B4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600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2026-08-21</a:t>
            </a:r>
          </a:p>
        </p:txBody>
      </p:sp>
    </p:spTree>
    <p:extLst>
      <p:ext uri="{BB962C8B-B14F-4D97-AF65-F5344CB8AC3E}">
        <p14:creationId xmlns:p14="http://schemas.microsoft.com/office/powerpoint/2010/main" val="2901061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9">
            <a:extLst>
              <a:ext uri="{FF2B5EF4-FFF2-40B4-BE49-F238E27FC236}">
                <a16:creationId xmlns:a16="http://schemas.microsoft.com/office/drawing/2014/main" id="{6FEBA851-0664-1566-A510-6689052EF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954" y="867772"/>
            <a:ext cx="1294092" cy="422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72000" bIns="72000" anchor="ctr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ko-KR" altLang="en-US" sz="1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sz="1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8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개정 이력</a:t>
            </a:r>
            <a:endParaRPr lang="en-US" altLang="ko-KR" sz="18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CC14E54-56F2-72BD-DABA-9AF1070DC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648259"/>
              </p:ext>
            </p:extLst>
          </p:nvPr>
        </p:nvGraphicFramePr>
        <p:xfrm>
          <a:off x="695999" y="1608674"/>
          <a:ext cx="10800677" cy="518760"/>
        </p:xfrm>
        <a:graphic>
          <a:graphicData uri="http://schemas.openxmlformats.org/drawingml/2006/table">
            <a:tbl>
              <a:tblPr/>
              <a:tblGrid>
                <a:gridCol w="42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13366">
                  <a:extLst>
                    <a:ext uri="{9D8B030D-6E8A-4147-A177-3AD203B41FA5}">
                      <a16:colId xmlns:a16="http://schemas.microsoft.com/office/drawing/2014/main" val="2287028783"/>
                    </a:ext>
                  </a:extLst>
                </a:gridCol>
                <a:gridCol w="962437">
                  <a:extLst>
                    <a:ext uri="{9D8B030D-6E8A-4147-A177-3AD203B41FA5}">
                      <a16:colId xmlns:a16="http://schemas.microsoft.com/office/drawing/2014/main" val="260728497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No.</a:t>
                      </a:r>
                    </a:p>
                  </a:txBody>
                  <a:tcPr marL="0" marR="0" marT="46800" marB="468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버전</a:t>
                      </a:r>
                    </a:p>
                  </a:txBody>
                  <a:tcPr marL="0" marR="0" marT="46800" marB="468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작성일</a:t>
                      </a:r>
                    </a:p>
                  </a:txBody>
                  <a:tcPr marL="0" marR="0" marT="46800" marB="468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변경 내용</a:t>
                      </a:r>
                    </a:p>
                  </a:txBody>
                  <a:tcPr marL="0" marR="0" marT="46800" marB="468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baseline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작성자</a:t>
                      </a:r>
                    </a:p>
                  </a:txBody>
                  <a:tcPr marL="0" marR="0" marT="46800" marB="468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pc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lang="ko-KR" altLang="en-US" sz="900" b="0" i="0" u="none" strike="noStrike" spc="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46800" marB="468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pc="0" baseline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</a:t>
                      </a:r>
                    </a:p>
                  </a:txBody>
                  <a:tcPr marL="0" marR="0" marT="46800" marB="468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2026.08.21</a:t>
                      </a:r>
                    </a:p>
                  </a:txBody>
                  <a:tcPr marL="0" marR="0" marT="46800" marB="468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최초 작성</a:t>
                      </a:r>
                      <a:endParaRPr kumimoji="1" lang="en-US" altLang="ko-KR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72000" marT="46800" marB="468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박세훈</a:t>
                      </a:r>
                    </a:p>
                  </a:txBody>
                  <a:tcPr marL="0" marR="0" marT="46800" marB="468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907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C7A0E16A-AF1B-7BA6-FA19-9315951E179E}"/>
              </a:ext>
            </a:extLst>
          </p:cNvPr>
          <p:cNvSpPr/>
          <p:nvPr/>
        </p:nvSpPr>
        <p:spPr>
          <a:xfrm>
            <a:off x="7492149" y="2644339"/>
            <a:ext cx="1080000" cy="19750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17A5E09-B7AF-BC56-8DBC-A4FF1BC22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GNB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C9BA7A-2479-39E0-DBAB-3D51235316F4}"/>
              </a:ext>
            </a:extLst>
          </p:cNvPr>
          <p:cNvSpPr txBox="1"/>
          <p:nvPr/>
        </p:nvSpPr>
        <p:spPr>
          <a:xfrm>
            <a:off x="245975" y="1809110"/>
            <a:ext cx="26100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GNB / LNB (Dropdown Menu) –  </a:t>
            </a:r>
            <a:r>
              <a:rPr lang="ko-KR" altLang="en-US" sz="11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</a:p>
        </p:txBody>
      </p: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C2BF3D95-0DE2-AF15-6018-396AA5884FDC}"/>
              </a:ext>
            </a:extLst>
          </p:cNvPr>
          <p:cNvSpPr/>
          <p:nvPr/>
        </p:nvSpPr>
        <p:spPr>
          <a:xfrm>
            <a:off x="408306" y="2059542"/>
            <a:ext cx="10530945" cy="5892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0A56737A-6EE9-73DF-0069-EE6FD35254C3}"/>
              </a:ext>
            </a:extLst>
          </p:cNvPr>
          <p:cNvSpPr/>
          <p:nvPr/>
        </p:nvSpPr>
        <p:spPr>
          <a:xfrm>
            <a:off x="408306" y="2054975"/>
            <a:ext cx="10530945" cy="252000"/>
          </a:xfrm>
          <a:prstGeom prst="rect">
            <a:avLst/>
          </a:prstGeom>
          <a:solidFill>
            <a:srgbClr val="252B3B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A89D3973-30AB-E464-7DFF-EBFB1D4BC6D6}"/>
              </a:ext>
            </a:extLst>
          </p:cNvPr>
          <p:cNvSpPr txBox="1"/>
          <p:nvPr/>
        </p:nvSpPr>
        <p:spPr>
          <a:xfrm>
            <a:off x="777113" y="2134429"/>
            <a:ext cx="45974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 spc="-8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CMS  </a:t>
            </a:r>
            <a:r>
              <a:rPr lang="ko-KR" altLang="en-US" sz="800" b="1" spc="-8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관리자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EBBDCC2D-F8E6-DD50-374F-9BE8785E1C12}"/>
              </a:ext>
            </a:extLst>
          </p:cNvPr>
          <p:cNvSpPr txBox="1"/>
          <p:nvPr/>
        </p:nvSpPr>
        <p:spPr>
          <a:xfrm>
            <a:off x="9856265" y="2134429"/>
            <a:ext cx="93936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ko-KR" altLang="en-US" sz="800" spc="-8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회원정보수정</a:t>
            </a:r>
            <a:r>
              <a:rPr lang="en-US" altLang="ko-KR" sz="800" spc="-8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|    </a:t>
            </a:r>
            <a:r>
              <a:rPr lang="ko-KR" altLang="en-US" sz="800" spc="-8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로그아웃</a:t>
            </a:r>
          </a:p>
        </p:txBody>
      </p:sp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1473EA48-5C56-27E1-583B-BDBE51EAC230}"/>
              </a:ext>
            </a:extLst>
          </p:cNvPr>
          <p:cNvSpPr/>
          <p:nvPr/>
        </p:nvSpPr>
        <p:spPr>
          <a:xfrm>
            <a:off x="1577194" y="2356652"/>
            <a:ext cx="1280345" cy="2806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8000" tIns="4572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공연정보 관리 ⬇️</a:t>
            </a:r>
          </a:p>
        </p:txBody>
      </p: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4F1E3B83-C1B0-D865-E14D-B340AD04549B}"/>
              </a:ext>
            </a:extLst>
          </p:cNvPr>
          <p:cNvSpPr/>
          <p:nvPr/>
        </p:nvSpPr>
        <p:spPr>
          <a:xfrm>
            <a:off x="2746083" y="2356652"/>
            <a:ext cx="1280345" cy="2806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8000" tIns="4572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pc="-80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객석나눔정보</a:t>
            </a:r>
            <a:r>
              <a:rPr lang="ko-KR" altLang="en-US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관리 ⬇️</a:t>
            </a:r>
          </a:p>
        </p:txBody>
      </p:sp>
      <p:sp>
        <p:nvSpPr>
          <p:cNvPr id="274" name="직사각형 273">
            <a:extLst>
              <a:ext uri="{FF2B5EF4-FFF2-40B4-BE49-F238E27FC236}">
                <a16:creationId xmlns:a16="http://schemas.microsoft.com/office/drawing/2014/main" id="{308FAB66-5484-731D-AF0E-0B4A03D5FD16}"/>
              </a:ext>
            </a:extLst>
          </p:cNvPr>
          <p:cNvSpPr/>
          <p:nvPr/>
        </p:nvSpPr>
        <p:spPr>
          <a:xfrm>
            <a:off x="5083859" y="2356652"/>
            <a:ext cx="1280345" cy="2806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8000" tIns="4572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관리</a:t>
            </a:r>
            <a:r>
              <a:rPr lang="en-US" altLang="ko-KR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⬇️</a:t>
            </a:r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AB09A159-39AC-B9B0-306F-BC5D71301BC3}"/>
              </a:ext>
            </a:extLst>
          </p:cNvPr>
          <p:cNvSpPr/>
          <p:nvPr/>
        </p:nvSpPr>
        <p:spPr>
          <a:xfrm>
            <a:off x="3914971" y="2356652"/>
            <a:ext cx="1280345" cy="2806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8000" tIns="4572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관리</a:t>
            </a:r>
            <a:r>
              <a:rPr lang="en-US" altLang="ko-KR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⬇️</a:t>
            </a:r>
          </a:p>
        </p:txBody>
      </p:sp>
      <p:sp>
        <p:nvSpPr>
          <p:cNvPr id="270" name="직사각형 269">
            <a:extLst>
              <a:ext uri="{FF2B5EF4-FFF2-40B4-BE49-F238E27FC236}">
                <a16:creationId xmlns:a16="http://schemas.microsoft.com/office/drawing/2014/main" id="{FFA7C326-47FF-EF55-7417-2F60C61109CA}"/>
              </a:ext>
            </a:extLst>
          </p:cNvPr>
          <p:cNvSpPr/>
          <p:nvPr/>
        </p:nvSpPr>
        <p:spPr>
          <a:xfrm>
            <a:off x="6252748" y="2356652"/>
            <a:ext cx="1280345" cy="2806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8000" tIns="4572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pc="-8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사이트관리 </a:t>
            </a:r>
            <a:r>
              <a:rPr lang="ko-KR" altLang="en-US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⬇️</a:t>
            </a:r>
          </a:p>
        </p:txBody>
      </p: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BA601B5D-246D-9474-88BC-6CC30AF5F9B6}"/>
              </a:ext>
            </a:extLst>
          </p:cNvPr>
          <p:cNvSpPr/>
          <p:nvPr/>
        </p:nvSpPr>
        <p:spPr>
          <a:xfrm>
            <a:off x="8590524" y="2356652"/>
            <a:ext cx="1280345" cy="2806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8000" tIns="4572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관리자 관리 ⬇️</a:t>
            </a: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1E17AA66-1C7F-7429-9975-E1812354BAF5}"/>
              </a:ext>
            </a:extLst>
          </p:cNvPr>
          <p:cNvSpPr/>
          <p:nvPr/>
        </p:nvSpPr>
        <p:spPr>
          <a:xfrm>
            <a:off x="7421636" y="2356652"/>
            <a:ext cx="1280345" cy="2806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8000" tIns="4572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통계 관리 ⬇️</a:t>
            </a:r>
          </a:p>
        </p:txBody>
      </p:sp>
      <p:sp>
        <p:nvSpPr>
          <p:cNvPr id="264" name="직사각형 263">
            <a:extLst>
              <a:ext uri="{FF2B5EF4-FFF2-40B4-BE49-F238E27FC236}">
                <a16:creationId xmlns:a16="http://schemas.microsoft.com/office/drawing/2014/main" id="{E4330F34-6F6D-E9AF-1859-3CEB951BB38A}"/>
              </a:ext>
            </a:extLst>
          </p:cNvPr>
          <p:cNvSpPr/>
          <p:nvPr/>
        </p:nvSpPr>
        <p:spPr>
          <a:xfrm>
            <a:off x="411903" y="2356652"/>
            <a:ext cx="1280345" cy="2806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8000" tIns="4572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공통관리⬇️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8D558AAC-FE7B-AE57-0036-07EDBE6D626C}"/>
              </a:ext>
            </a:extLst>
          </p:cNvPr>
          <p:cNvSpPr txBox="1"/>
          <p:nvPr/>
        </p:nvSpPr>
        <p:spPr>
          <a:xfrm>
            <a:off x="9072777" y="2129994"/>
            <a:ext cx="62517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ko-KR" altLang="en-US" sz="800" spc="-8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남은 시간 </a:t>
            </a:r>
            <a:r>
              <a:rPr lang="en-US" altLang="ko-KR" sz="800" spc="-8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 30 :00</a:t>
            </a:r>
            <a:endParaRPr lang="ko-KR" altLang="en-US" sz="800" spc="-8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C777EBAF-F6C5-C3A6-E500-1039AF593E91}"/>
              </a:ext>
            </a:extLst>
          </p:cNvPr>
          <p:cNvSpPr/>
          <p:nvPr/>
        </p:nvSpPr>
        <p:spPr>
          <a:xfrm>
            <a:off x="512075" y="2644339"/>
            <a:ext cx="1080000" cy="74207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5C3635B-E944-9613-CE47-1970C8AD1B91}"/>
              </a:ext>
            </a:extLst>
          </p:cNvPr>
          <p:cNvSpPr/>
          <p:nvPr/>
        </p:nvSpPr>
        <p:spPr>
          <a:xfrm>
            <a:off x="1680449" y="2644339"/>
            <a:ext cx="1080000" cy="2672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32495BE-F464-A3DE-4382-A2481AF6A0C0}"/>
              </a:ext>
            </a:extLst>
          </p:cNvPr>
          <p:cNvSpPr/>
          <p:nvPr/>
        </p:nvSpPr>
        <p:spPr>
          <a:xfrm>
            <a:off x="2848823" y="2644339"/>
            <a:ext cx="1080000" cy="2672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CFE3C66-D363-E455-35E4-A571A0EF404E}"/>
              </a:ext>
            </a:extLst>
          </p:cNvPr>
          <p:cNvSpPr/>
          <p:nvPr/>
        </p:nvSpPr>
        <p:spPr>
          <a:xfrm>
            <a:off x="4014371" y="2644338"/>
            <a:ext cx="1080000" cy="51297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3D332E9-1133-F7FF-86F6-3E252DC65408}"/>
              </a:ext>
            </a:extLst>
          </p:cNvPr>
          <p:cNvSpPr/>
          <p:nvPr/>
        </p:nvSpPr>
        <p:spPr>
          <a:xfrm>
            <a:off x="6323775" y="2644339"/>
            <a:ext cx="1080000" cy="5266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1AA8148-0F8C-6091-1ECA-4CA38F059E9D}"/>
              </a:ext>
            </a:extLst>
          </p:cNvPr>
          <p:cNvSpPr/>
          <p:nvPr/>
        </p:nvSpPr>
        <p:spPr>
          <a:xfrm>
            <a:off x="8660523" y="2644338"/>
            <a:ext cx="1080000" cy="103859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F828494-8455-3995-F8FC-DA9A193AF1E7}"/>
              </a:ext>
            </a:extLst>
          </p:cNvPr>
          <p:cNvSpPr/>
          <p:nvPr/>
        </p:nvSpPr>
        <p:spPr>
          <a:xfrm>
            <a:off x="9828900" y="2644338"/>
            <a:ext cx="1080000" cy="127903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5BE6916D-49D7-5B6E-4650-A637B17EB818}"/>
              </a:ext>
            </a:extLst>
          </p:cNvPr>
          <p:cNvSpPr txBox="1"/>
          <p:nvPr/>
        </p:nvSpPr>
        <p:spPr>
          <a:xfrm>
            <a:off x="4173498" y="2655687"/>
            <a:ext cx="7617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목록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8F10AFA-B8F5-AB0B-3307-56B67D727CB0}"/>
              </a:ext>
            </a:extLst>
          </p:cNvPr>
          <p:cNvSpPr txBox="1"/>
          <p:nvPr/>
        </p:nvSpPr>
        <p:spPr>
          <a:xfrm>
            <a:off x="3007949" y="2626427"/>
            <a:ext cx="7617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객석 나눔 목록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7D941CC-A107-8F74-B910-A5DFAF107437}"/>
              </a:ext>
            </a:extLst>
          </p:cNvPr>
          <p:cNvGrpSpPr/>
          <p:nvPr/>
        </p:nvGrpSpPr>
        <p:grpSpPr>
          <a:xfrm>
            <a:off x="8714167" y="2652256"/>
            <a:ext cx="965328" cy="993520"/>
            <a:chOff x="7331625" y="2652256"/>
            <a:chExt cx="965328" cy="993520"/>
          </a:xfrm>
        </p:grpSpPr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6DEF4C82-9DB3-6E46-569F-9BC889FAFDA1}"/>
                </a:ext>
              </a:extLst>
            </p:cNvPr>
            <p:cNvSpPr txBox="1"/>
            <p:nvPr/>
          </p:nvSpPr>
          <p:spPr>
            <a:xfrm>
              <a:off x="7489523" y="2652256"/>
              <a:ext cx="64953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관리자 목록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725C09F7-3AAF-EBF7-F42F-2616D6D3AD3C}"/>
                </a:ext>
              </a:extLst>
            </p:cNvPr>
            <p:cNvSpPr txBox="1"/>
            <p:nvPr/>
          </p:nvSpPr>
          <p:spPr>
            <a:xfrm>
              <a:off x="7389336" y="2911615"/>
              <a:ext cx="84991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관리자 권한 설정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DDD81306-E773-2275-967E-ECE6923307A0}"/>
                </a:ext>
              </a:extLst>
            </p:cNvPr>
            <p:cNvSpPr txBox="1"/>
            <p:nvPr/>
          </p:nvSpPr>
          <p:spPr>
            <a:xfrm>
              <a:off x="7389335" y="3170974"/>
              <a:ext cx="84991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관리자 접속 이력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A866881C-2D35-853F-8120-95815CE3BEC2}"/>
                </a:ext>
              </a:extLst>
            </p:cNvPr>
            <p:cNvSpPr txBox="1"/>
            <p:nvPr/>
          </p:nvSpPr>
          <p:spPr>
            <a:xfrm>
              <a:off x="7331625" y="3430332"/>
              <a:ext cx="9653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관리자 접속 </a:t>
              </a:r>
              <a:r>
                <a:rPr lang="en-US" altLang="ko-KR" sz="8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 </a:t>
              </a:r>
              <a:r>
                <a:rPr lang="ko-KR" altLang="en-US" sz="8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관리</a:t>
              </a:r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F00DA79B-A18E-FD97-7066-7104E78D14EA}"/>
              </a:ext>
            </a:extLst>
          </p:cNvPr>
          <p:cNvSpPr txBox="1"/>
          <p:nvPr/>
        </p:nvSpPr>
        <p:spPr>
          <a:xfrm>
            <a:off x="1939763" y="2620972"/>
            <a:ext cx="5613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 목록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B7DC4F8-FEE4-E64A-5E88-669F35CE451F}"/>
              </a:ext>
            </a:extLst>
          </p:cNvPr>
          <p:cNvSpPr txBox="1"/>
          <p:nvPr/>
        </p:nvSpPr>
        <p:spPr>
          <a:xfrm>
            <a:off x="6618154" y="2669619"/>
            <a:ext cx="5373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공지사항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8B9CFD-CC24-C32A-6385-FAD61D7A9958}"/>
              </a:ext>
            </a:extLst>
          </p:cNvPr>
          <p:cNvSpPr txBox="1"/>
          <p:nvPr/>
        </p:nvSpPr>
        <p:spPr>
          <a:xfrm>
            <a:off x="6495704" y="2931125"/>
            <a:ext cx="7617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자주 묻는 질문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3D9C89D6-FA32-B481-CA86-60E84C6B7A2C}"/>
              </a:ext>
            </a:extLst>
          </p:cNvPr>
          <p:cNvSpPr txBox="1"/>
          <p:nvPr/>
        </p:nvSpPr>
        <p:spPr>
          <a:xfrm>
            <a:off x="748195" y="2620972"/>
            <a:ext cx="5690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팝업 관리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DB15A06B-8EE6-4A51-CC35-49538FBF1A0F}"/>
              </a:ext>
            </a:extLst>
          </p:cNvPr>
          <p:cNvSpPr txBox="1"/>
          <p:nvPr/>
        </p:nvSpPr>
        <p:spPr>
          <a:xfrm>
            <a:off x="727305" y="2881999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콘텐츠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37EE3A-6710-349A-AE5E-72DA943EBAC1}"/>
              </a:ext>
            </a:extLst>
          </p:cNvPr>
          <p:cNvSpPr txBox="1"/>
          <p:nvPr/>
        </p:nvSpPr>
        <p:spPr>
          <a:xfrm>
            <a:off x="695247" y="3157314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메인배너관리</a:t>
            </a:r>
            <a:endParaRPr lang="ko-KR" altLang="en-US" sz="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605A8AB-C432-1A02-08C7-911FAA450520}"/>
              </a:ext>
            </a:extLst>
          </p:cNvPr>
          <p:cNvGrpSpPr/>
          <p:nvPr/>
        </p:nvGrpSpPr>
        <p:grpSpPr>
          <a:xfrm>
            <a:off x="9807594" y="2662889"/>
            <a:ext cx="1090363" cy="1246128"/>
            <a:chOff x="9227830" y="2652256"/>
            <a:chExt cx="1090363" cy="124612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9A6321-EBD8-DDAD-A9A4-C55D7D9BC635}"/>
                </a:ext>
              </a:extLst>
            </p:cNvPr>
            <p:cNvSpPr txBox="1"/>
            <p:nvPr/>
          </p:nvSpPr>
          <p:spPr>
            <a:xfrm>
              <a:off x="9448243" y="2652256"/>
              <a:ext cx="64953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게시판 관리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3C7EE5-FA09-268D-D0A4-12B9C886A8D2}"/>
                </a:ext>
              </a:extLst>
            </p:cNvPr>
            <p:cNvSpPr txBox="1"/>
            <p:nvPr/>
          </p:nvSpPr>
          <p:spPr>
            <a:xfrm>
              <a:off x="9492325" y="2911615"/>
              <a:ext cx="5613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메뉴 관리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23A3C5-CC7A-0989-C0EB-509E1B152985}"/>
                </a:ext>
              </a:extLst>
            </p:cNvPr>
            <p:cNvSpPr txBox="1"/>
            <p:nvPr/>
          </p:nvSpPr>
          <p:spPr>
            <a:xfrm>
              <a:off x="9492325" y="3170974"/>
              <a:ext cx="5613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코드 관리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87BDBC8-70FF-BBE6-2951-304EC8FB27B4}"/>
                </a:ext>
              </a:extLst>
            </p:cNvPr>
            <p:cNvSpPr txBox="1"/>
            <p:nvPr/>
          </p:nvSpPr>
          <p:spPr>
            <a:xfrm>
              <a:off x="9348055" y="3430332"/>
              <a:ext cx="84991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시스템 오류 이력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6667C-2BD7-09BB-81FF-DCCE1AEBF7CC}"/>
                </a:ext>
              </a:extLst>
            </p:cNvPr>
            <p:cNvSpPr txBox="1"/>
            <p:nvPr/>
          </p:nvSpPr>
          <p:spPr>
            <a:xfrm>
              <a:off x="9227830" y="3682940"/>
              <a:ext cx="109036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개인정보처리내역 이력</a:t>
              </a:r>
            </a:p>
          </p:txBody>
        </p:sp>
      </p:grp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988024-ACF2-10D6-9513-530471C5D868}"/>
              </a:ext>
            </a:extLst>
          </p:cNvPr>
          <p:cNvCxnSpPr>
            <a:cxnSpLocks/>
          </p:cNvCxnSpPr>
          <p:nvPr/>
        </p:nvCxnSpPr>
        <p:spPr>
          <a:xfrm>
            <a:off x="292648" y="3423740"/>
            <a:ext cx="98512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D73C1FC-8D00-91DF-0D3C-BD1D63126D34}"/>
              </a:ext>
            </a:extLst>
          </p:cNvPr>
          <p:cNvCxnSpPr>
            <a:cxnSpLocks/>
          </p:cNvCxnSpPr>
          <p:nvPr/>
        </p:nvCxnSpPr>
        <p:spPr>
          <a:xfrm>
            <a:off x="292648" y="3682935"/>
            <a:ext cx="98512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CC663372-F17E-A924-3DCD-C37292571055}"/>
              </a:ext>
            </a:extLst>
          </p:cNvPr>
          <p:cNvSpPr/>
          <p:nvPr/>
        </p:nvSpPr>
        <p:spPr>
          <a:xfrm>
            <a:off x="11110734" y="2890838"/>
            <a:ext cx="849914" cy="51276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CA147B58-35EB-A60B-2585-331C841DC102}"/>
              </a:ext>
            </a:extLst>
          </p:cNvPr>
          <p:cNvCxnSpPr>
            <a:cxnSpLocks/>
          </p:cNvCxnSpPr>
          <p:nvPr/>
        </p:nvCxnSpPr>
        <p:spPr>
          <a:xfrm>
            <a:off x="292648" y="3164546"/>
            <a:ext cx="107767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0F33932-4316-A7EF-30FC-58636105E490}"/>
              </a:ext>
            </a:extLst>
          </p:cNvPr>
          <p:cNvSpPr txBox="1"/>
          <p:nvPr/>
        </p:nvSpPr>
        <p:spPr>
          <a:xfrm>
            <a:off x="11110735" y="2914994"/>
            <a:ext cx="8499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 메뉴 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8223B7-5296-2FBA-E099-C8A15BBE61EB}"/>
              </a:ext>
            </a:extLst>
          </p:cNvPr>
          <p:cNvSpPr txBox="1"/>
          <p:nvPr/>
        </p:nvSpPr>
        <p:spPr>
          <a:xfrm>
            <a:off x="11110735" y="3168993"/>
            <a:ext cx="8499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관리자 메뉴 관리</a:t>
            </a:r>
            <a:endParaRPr lang="ko-KR" altLang="en-US" sz="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DD0901C-23B9-2C08-5B68-FCA7F9F3DC9A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0908900" y="3022716"/>
            <a:ext cx="20183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6A38E0C5-CDAE-A446-7B07-3AEB2567723D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10931599" y="3097579"/>
            <a:ext cx="235972" cy="122299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36E746E-9794-DD7E-B6E8-7CBC2F8891D9}"/>
              </a:ext>
            </a:extLst>
          </p:cNvPr>
          <p:cNvSpPr txBox="1"/>
          <p:nvPr/>
        </p:nvSpPr>
        <p:spPr>
          <a:xfrm>
            <a:off x="4243756" y="2931125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신청자 목록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0056BA-3A93-086F-CFC3-C8AD8198E8FD}"/>
              </a:ext>
            </a:extLst>
          </p:cNvPr>
          <p:cNvSpPr/>
          <p:nvPr/>
        </p:nvSpPr>
        <p:spPr>
          <a:xfrm>
            <a:off x="9708200" y="2361758"/>
            <a:ext cx="1280345" cy="2806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8000" tIns="4572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시스템 관리 ⬇️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BF1B1C4-EF9F-D3F5-EEEB-F41157CF036B}"/>
              </a:ext>
            </a:extLst>
          </p:cNvPr>
          <p:cNvSpPr/>
          <p:nvPr/>
        </p:nvSpPr>
        <p:spPr>
          <a:xfrm>
            <a:off x="5181206" y="2644338"/>
            <a:ext cx="1080000" cy="51297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10A483-A3B1-528A-45CC-3C9B10CA9645}"/>
              </a:ext>
            </a:extLst>
          </p:cNvPr>
          <p:cNvSpPr txBox="1"/>
          <p:nvPr/>
        </p:nvSpPr>
        <p:spPr>
          <a:xfrm>
            <a:off x="5355181" y="2655687"/>
            <a:ext cx="7377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목록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0429DD-41B6-BDCC-0C8D-3F5BA461704C}"/>
              </a:ext>
            </a:extLst>
          </p:cNvPr>
          <p:cNvSpPr txBox="1"/>
          <p:nvPr/>
        </p:nvSpPr>
        <p:spPr>
          <a:xfrm>
            <a:off x="5399263" y="2931125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신청자 목록</a:t>
            </a:r>
            <a:endParaRPr lang="ko-KR" altLang="en-US" sz="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BDAF6D5D-9D0A-A04E-B781-87E27A6A70F8}"/>
              </a:ext>
            </a:extLst>
          </p:cNvPr>
          <p:cNvCxnSpPr>
            <a:cxnSpLocks/>
          </p:cNvCxnSpPr>
          <p:nvPr/>
        </p:nvCxnSpPr>
        <p:spPr>
          <a:xfrm>
            <a:off x="292648" y="2905352"/>
            <a:ext cx="1064660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024AB019-8ED4-41D6-2169-2EF5CCE6D623}"/>
              </a:ext>
            </a:extLst>
          </p:cNvPr>
          <p:cNvSpPr/>
          <p:nvPr/>
        </p:nvSpPr>
        <p:spPr>
          <a:xfrm>
            <a:off x="6416232" y="3276715"/>
            <a:ext cx="849914" cy="51276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FA583-9C99-C0A3-FF25-4D8B351A4F82}"/>
              </a:ext>
            </a:extLst>
          </p:cNvPr>
          <p:cNvSpPr txBox="1"/>
          <p:nvPr/>
        </p:nvSpPr>
        <p:spPr>
          <a:xfrm>
            <a:off x="6688039" y="3329701"/>
            <a:ext cx="3609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공지</a:t>
            </a:r>
            <a:r>
              <a:rPr lang="en-US" altLang="ko-KR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	</a:t>
            </a:r>
            <a:endParaRPr lang="ko-KR" altLang="en-US" sz="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3D57C7-8D45-C013-758D-A79D6AF2B172}"/>
              </a:ext>
            </a:extLst>
          </p:cNvPr>
          <p:cNvSpPr txBox="1"/>
          <p:nvPr/>
        </p:nvSpPr>
        <p:spPr>
          <a:xfrm>
            <a:off x="6688039" y="3583700"/>
            <a:ext cx="3609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공고</a:t>
            </a: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83F90308-B9DE-3B41-E9E1-69079623130D}"/>
              </a:ext>
            </a:extLst>
          </p:cNvPr>
          <p:cNvCxnSpPr>
            <a:cxnSpLocks/>
            <a:endCxn id="2" idx="3"/>
          </p:cNvCxnSpPr>
          <p:nvPr/>
        </p:nvCxnSpPr>
        <p:spPr>
          <a:xfrm rot="5400000">
            <a:off x="6965093" y="3094411"/>
            <a:ext cx="739739" cy="137631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585F987-8510-B567-4FB2-642700ABF30A}"/>
              </a:ext>
            </a:extLst>
          </p:cNvPr>
          <p:cNvSpPr txBox="1"/>
          <p:nvPr/>
        </p:nvSpPr>
        <p:spPr>
          <a:xfrm>
            <a:off x="7588576" y="4385856"/>
            <a:ext cx="8964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구글애널리틱스</a:t>
            </a:r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↗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1AF357-71CA-9059-DDC7-EC591384DC88}"/>
              </a:ext>
            </a:extLst>
          </p:cNvPr>
          <p:cNvSpPr txBox="1"/>
          <p:nvPr/>
        </p:nvSpPr>
        <p:spPr>
          <a:xfrm>
            <a:off x="7744758" y="2676468"/>
            <a:ext cx="5613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년별 통계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781345-A89A-07A9-7FF4-C47BEBF3C582}"/>
              </a:ext>
            </a:extLst>
          </p:cNvPr>
          <p:cNvSpPr txBox="1"/>
          <p:nvPr/>
        </p:nvSpPr>
        <p:spPr>
          <a:xfrm>
            <a:off x="7744758" y="2929313"/>
            <a:ext cx="5613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일별 통계</a:t>
            </a:r>
            <a:endParaRPr lang="ko-KR" altLang="en-US" sz="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CB8D56-C20F-F184-2126-BEFE90A5D253}"/>
              </a:ext>
            </a:extLst>
          </p:cNvPr>
          <p:cNvSpPr txBox="1"/>
          <p:nvPr/>
        </p:nvSpPr>
        <p:spPr>
          <a:xfrm>
            <a:off x="7700676" y="3182158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요일별 통계</a:t>
            </a:r>
            <a:endParaRPr lang="ko-KR" altLang="en-US" sz="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F7082B-30F4-E98D-6C5F-950FEB7D2F64}"/>
              </a:ext>
            </a:extLst>
          </p:cNvPr>
          <p:cNvSpPr txBox="1"/>
          <p:nvPr/>
        </p:nvSpPr>
        <p:spPr>
          <a:xfrm>
            <a:off x="7612510" y="3441930"/>
            <a:ext cx="8258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운영체제별 통계</a:t>
            </a:r>
            <a:endParaRPr lang="ko-KR" altLang="en-US" sz="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560EFD-6E63-631D-36D1-85A9E0A50E7D}"/>
              </a:ext>
            </a:extLst>
          </p:cNvPr>
          <p:cNvSpPr txBox="1"/>
          <p:nvPr/>
        </p:nvSpPr>
        <p:spPr>
          <a:xfrm>
            <a:off x="7612510" y="3673994"/>
            <a:ext cx="8258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브라우저별 통계</a:t>
            </a:r>
            <a:endParaRPr lang="ko-KR" altLang="en-US" sz="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8379AA-740C-015B-C7C9-ABFF2C9855EC}"/>
              </a:ext>
            </a:extLst>
          </p:cNvPr>
          <p:cNvSpPr txBox="1"/>
          <p:nvPr/>
        </p:nvSpPr>
        <p:spPr>
          <a:xfrm>
            <a:off x="7612510" y="3906058"/>
            <a:ext cx="8258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접근경로별 통계</a:t>
            </a:r>
            <a:endParaRPr lang="ko-KR" altLang="en-US" sz="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6C7A7D-2B1F-74D7-0E57-B91CB9862855}"/>
              </a:ext>
            </a:extLst>
          </p:cNvPr>
          <p:cNvSpPr txBox="1"/>
          <p:nvPr/>
        </p:nvSpPr>
        <p:spPr>
          <a:xfrm>
            <a:off x="7656593" y="4138122"/>
            <a:ext cx="7377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아이피별 통계</a:t>
            </a:r>
            <a:endParaRPr lang="ko-KR" altLang="en-US" sz="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8896C47F-2CE9-7750-AB19-B1800D95B949}"/>
              </a:ext>
            </a:extLst>
          </p:cNvPr>
          <p:cNvCxnSpPr>
            <a:cxnSpLocks/>
          </p:cNvCxnSpPr>
          <p:nvPr/>
        </p:nvCxnSpPr>
        <p:spPr>
          <a:xfrm>
            <a:off x="292648" y="3875409"/>
            <a:ext cx="98512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D1156B5E-6D57-09C0-2076-B0EE7785A8C7}"/>
              </a:ext>
            </a:extLst>
          </p:cNvPr>
          <p:cNvCxnSpPr>
            <a:cxnSpLocks/>
          </p:cNvCxnSpPr>
          <p:nvPr/>
        </p:nvCxnSpPr>
        <p:spPr>
          <a:xfrm>
            <a:off x="292648" y="4138122"/>
            <a:ext cx="98512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E769955-986C-FD48-2FCA-E7AC620D843A}"/>
              </a:ext>
            </a:extLst>
          </p:cNvPr>
          <p:cNvCxnSpPr>
            <a:cxnSpLocks/>
          </p:cNvCxnSpPr>
          <p:nvPr/>
        </p:nvCxnSpPr>
        <p:spPr>
          <a:xfrm>
            <a:off x="292648" y="4353566"/>
            <a:ext cx="98512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73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B778B-7750-0D5A-50CE-5A6D239CE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C7BBBB6-980C-F626-709B-3F5BA1FD58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기본 기능 가이드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CECCFA9-F6B0-086D-C525-6D29AAD04B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45C15C-219A-38A9-F28A-8FFF627A53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FF5C29-68E0-61A1-5B25-348F6C47C0F4}"/>
              </a:ext>
            </a:extLst>
          </p:cNvPr>
          <p:cNvSpPr/>
          <p:nvPr/>
        </p:nvSpPr>
        <p:spPr>
          <a:xfrm>
            <a:off x="358775" y="876823"/>
            <a:ext cx="8805340" cy="145595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A5E6020-B5B5-658E-444E-687DFE3A5AE1}"/>
              </a:ext>
            </a:extLst>
          </p:cNvPr>
          <p:cNvGrpSpPr/>
          <p:nvPr/>
        </p:nvGrpSpPr>
        <p:grpSpPr>
          <a:xfrm>
            <a:off x="740492" y="1281131"/>
            <a:ext cx="5394054" cy="251319"/>
            <a:chOff x="743415" y="1951759"/>
            <a:chExt cx="5394054" cy="25131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4D2ADEB5-B439-7836-AA82-E04CAE1DC265}"/>
                </a:ext>
              </a:extLst>
            </p:cNvPr>
            <p:cNvGrpSpPr/>
            <p:nvPr/>
          </p:nvGrpSpPr>
          <p:grpSpPr>
            <a:xfrm>
              <a:off x="1249253" y="1951759"/>
              <a:ext cx="1966912" cy="248314"/>
              <a:chOff x="2402603" y="3523946"/>
              <a:chExt cx="1966912" cy="248314"/>
            </a:xfrm>
          </p:grpSpPr>
          <p:grpSp>
            <p:nvGrpSpPr>
              <p:cNvPr id="23" name="Date Field" descr="&lt;SmartSettings&gt;&lt;SmartResize enabled=&quot;True&quot; minWidth=&quot;20&quot; minHeight=&quot;13&quot; /&gt;&lt;/SmartSettings&gt;">
                <a:extLst>
                  <a:ext uri="{FF2B5EF4-FFF2-40B4-BE49-F238E27FC236}">
                    <a16:creationId xmlns:a16="http://schemas.microsoft.com/office/drawing/2014/main" id="{2E9F27C2-85D6-E071-8E9C-F282AA08E72D}"/>
                  </a:ext>
                </a:extLst>
              </p:cNvPr>
              <p:cNvGrpSpPr/>
              <p:nvPr>
                <p:custDataLst>
                  <p:tags r:id="rId1"/>
                </p:custDataLst>
              </p:nvPr>
            </p:nvGrpSpPr>
            <p:grpSpPr>
              <a:xfrm>
                <a:off x="2402603" y="3523946"/>
                <a:ext cx="890673" cy="241092"/>
                <a:chOff x="928689" y="1251717"/>
                <a:chExt cx="756980" cy="241092"/>
              </a:xfrm>
            </p:grpSpPr>
            <p:sp>
              <p:nvSpPr>
                <p:cNvPr id="28" name="Text Box">
                  <a:extLst>
                    <a:ext uri="{FF2B5EF4-FFF2-40B4-BE49-F238E27FC236}">
                      <a16:creationId xmlns:a16="http://schemas.microsoft.com/office/drawing/2014/main" id="{C5926969-5282-173E-D66A-37A284D016F6}"/>
                    </a:ext>
                  </a:extLst>
                </p:cNvPr>
                <p:cNvSpPr/>
                <p:nvPr/>
              </p:nvSpPr>
              <p:spPr>
                <a:xfrm>
                  <a:off x="928689" y="1251717"/>
                  <a:ext cx="756980" cy="24109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txBody>
  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atinLnBrk="1"/>
                  <a:r>
                    <a:rPr lang="ko-KR" altLang="en-US" sz="800" spc="-80" dirty="0">
                      <a:solidFill>
                        <a:srgbClr val="7F7F7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날짜선택</a:t>
                  </a:r>
                  <a:endParaRPr lang="en-US" sz="800" spc="-80" dirty="0">
                    <a:solidFill>
                      <a:srgbClr val="7F7F7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29" name="Date Picker Icon" descr="&lt;Tags&gt;&lt;SMARTRESIZEANCHORS&gt;None,None,None,Absolute&lt;/SMARTRESIZEANCHORS&gt;&lt;/Tags&gt;">
                  <a:extLst>
                    <a:ext uri="{FF2B5EF4-FFF2-40B4-BE49-F238E27FC236}">
                      <a16:creationId xmlns:a16="http://schemas.microsoft.com/office/drawing/2014/main" id="{2629D0CF-6957-F2D8-9B48-326EA351F0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1064" y="1295204"/>
                  <a:ext cx="151264" cy="154118"/>
                </a:xfrm>
                <a:custGeom>
                  <a:avLst/>
                  <a:gdLst>
                    <a:gd name="T0" fmla="*/ 115 w 450"/>
                    <a:gd name="T1" fmla="*/ 79 h 445"/>
                    <a:gd name="T2" fmla="*/ 132 w 450"/>
                    <a:gd name="T3" fmla="*/ 0 h 445"/>
                    <a:gd name="T4" fmla="*/ 318 w 450"/>
                    <a:gd name="T5" fmla="*/ 0 h 445"/>
                    <a:gd name="T6" fmla="*/ 336 w 450"/>
                    <a:gd name="T7" fmla="*/ 79 h 445"/>
                    <a:gd name="T8" fmla="*/ 318 w 450"/>
                    <a:gd name="T9" fmla="*/ 0 h 445"/>
                    <a:gd name="T10" fmla="*/ 0 w 450"/>
                    <a:gd name="T11" fmla="*/ 445 h 445"/>
                    <a:gd name="T12" fmla="*/ 450 w 450"/>
                    <a:gd name="T13" fmla="*/ 39 h 445"/>
                    <a:gd name="T14" fmla="*/ 360 w 450"/>
                    <a:gd name="T15" fmla="*/ 57 h 445"/>
                    <a:gd name="T16" fmla="*/ 432 w 450"/>
                    <a:gd name="T17" fmla="*/ 427 h 445"/>
                    <a:gd name="T18" fmla="*/ 18 w 450"/>
                    <a:gd name="T19" fmla="*/ 57 h 445"/>
                    <a:gd name="T20" fmla="*/ 88 w 450"/>
                    <a:gd name="T21" fmla="*/ 39 h 445"/>
                    <a:gd name="T22" fmla="*/ 156 w 450"/>
                    <a:gd name="T23" fmla="*/ 39 h 445"/>
                    <a:gd name="T24" fmla="*/ 295 w 450"/>
                    <a:gd name="T25" fmla="*/ 57 h 445"/>
                    <a:gd name="T26" fmla="*/ 156 w 450"/>
                    <a:gd name="T27" fmla="*/ 39 h 445"/>
                    <a:gd name="T28" fmla="*/ 45 w 450"/>
                    <a:gd name="T29" fmla="*/ 142 h 445"/>
                    <a:gd name="T30" fmla="*/ 405 w 450"/>
                    <a:gd name="T31" fmla="*/ 124 h 445"/>
                    <a:gd name="T32" fmla="*/ 169 w 450"/>
                    <a:gd name="T33" fmla="*/ 212 h 445"/>
                    <a:gd name="T34" fmla="*/ 147 w 450"/>
                    <a:gd name="T35" fmla="*/ 227 h 445"/>
                    <a:gd name="T36" fmla="*/ 122 w 450"/>
                    <a:gd name="T37" fmla="*/ 238 h 445"/>
                    <a:gd name="T38" fmla="*/ 132 w 450"/>
                    <a:gd name="T39" fmla="*/ 253 h 445"/>
                    <a:gd name="T40" fmla="*/ 153 w 450"/>
                    <a:gd name="T41" fmla="*/ 242 h 445"/>
                    <a:gd name="T42" fmla="*/ 158 w 450"/>
                    <a:gd name="T43" fmla="*/ 374 h 445"/>
                    <a:gd name="T44" fmla="*/ 176 w 450"/>
                    <a:gd name="T45" fmla="*/ 212 h 445"/>
                    <a:gd name="T46" fmla="*/ 277 w 450"/>
                    <a:gd name="T47" fmla="*/ 213 h 445"/>
                    <a:gd name="T48" fmla="*/ 236 w 450"/>
                    <a:gd name="T49" fmla="*/ 228 h 445"/>
                    <a:gd name="T50" fmla="*/ 245 w 450"/>
                    <a:gd name="T51" fmla="*/ 240 h 445"/>
                    <a:gd name="T52" fmla="*/ 264 w 450"/>
                    <a:gd name="T53" fmla="*/ 230 h 445"/>
                    <a:gd name="T54" fmla="*/ 286 w 450"/>
                    <a:gd name="T55" fmla="*/ 230 h 445"/>
                    <a:gd name="T56" fmla="*/ 302 w 450"/>
                    <a:gd name="T57" fmla="*/ 245 h 445"/>
                    <a:gd name="T58" fmla="*/ 303 w 450"/>
                    <a:gd name="T59" fmla="*/ 269 h 445"/>
                    <a:gd name="T60" fmla="*/ 288 w 450"/>
                    <a:gd name="T61" fmla="*/ 292 h 445"/>
                    <a:gd name="T62" fmla="*/ 253 w 450"/>
                    <a:gd name="T63" fmla="*/ 320 h 445"/>
                    <a:gd name="T64" fmla="*/ 233 w 450"/>
                    <a:gd name="T65" fmla="*/ 348 h 445"/>
                    <a:gd name="T66" fmla="*/ 230 w 450"/>
                    <a:gd name="T67" fmla="*/ 374 h 445"/>
                    <a:gd name="T68" fmla="*/ 328 w 450"/>
                    <a:gd name="T69" fmla="*/ 358 h 445"/>
                    <a:gd name="T70" fmla="*/ 251 w 450"/>
                    <a:gd name="T71" fmla="*/ 346 h 445"/>
                    <a:gd name="T72" fmla="*/ 268 w 450"/>
                    <a:gd name="T73" fmla="*/ 326 h 445"/>
                    <a:gd name="T74" fmla="*/ 303 w 450"/>
                    <a:gd name="T75" fmla="*/ 299 h 445"/>
                    <a:gd name="T76" fmla="*/ 320 w 450"/>
                    <a:gd name="T77" fmla="*/ 273 h 445"/>
                    <a:gd name="T78" fmla="*/ 318 w 450"/>
                    <a:gd name="T79" fmla="*/ 238 h 445"/>
                    <a:gd name="T80" fmla="*/ 295 w 450"/>
                    <a:gd name="T81" fmla="*/ 216 h 4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50" h="445">
                      <a:moveTo>
                        <a:pt x="115" y="0"/>
                      </a:moveTo>
                      <a:lnTo>
                        <a:pt x="115" y="79"/>
                      </a:lnTo>
                      <a:lnTo>
                        <a:pt x="132" y="79"/>
                      </a:lnTo>
                      <a:lnTo>
                        <a:pt x="132" y="0"/>
                      </a:lnTo>
                      <a:lnTo>
                        <a:pt x="115" y="0"/>
                      </a:lnTo>
                      <a:close/>
                      <a:moveTo>
                        <a:pt x="318" y="0"/>
                      </a:moveTo>
                      <a:lnTo>
                        <a:pt x="318" y="79"/>
                      </a:lnTo>
                      <a:lnTo>
                        <a:pt x="336" y="79"/>
                      </a:lnTo>
                      <a:lnTo>
                        <a:pt x="336" y="0"/>
                      </a:lnTo>
                      <a:lnTo>
                        <a:pt x="318" y="0"/>
                      </a:lnTo>
                      <a:close/>
                      <a:moveTo>
                        <a:pt x="0" y="39"/>
                      </a:moveTo>
                      <a:lnTo>
                        <a:pt x="0" y="445"/>
                      </a:lnTo>
                      <a:lnTo>
                        <a:pt x="450" y="445"/>
                      </a:lnTo>
                      <a:lnTo>
                        <a:pt x="450" y="39"/>
                      </a:lnTo>
                      <a:lnTo>
                        <a:pt x="360" y="39"/>
                      </a:lnTo>
                      <a:lnTo>
                        <a:pt x="360" y="57"/>
                      </a:lnTo>
                      <a:lnTo>
                        <a:pt x="432" y="57"/>
                      </a:lnTo>
                      <a:lnTo>
                        <a:pt x="432" y="427"/>
                      </a:lnTo>
                      <a:lnTo>
                        <a:pt x="18" y="427"/>
                      </a:lnTo>
                      <a:lnTo>
                        <a:pt x="18" y="57"/>
                      </a:lnTo>
                      <a:lnTo>
                        <a:pt x="88" y="57"/>
                      </a:lnTo>
                      <a:lnTo>
                        <a:pt x="88" y="39"/>
                      </a:lnTo>
                      <a:lnTo>
                        <a:pt x="0" y="39"/>
                      </a:lnTo>
                      <a:close/>
                      <a:moveTo>
                        <a:pt x="156" y="39"/>
                      </a:moveTo>
                      <a:lnTo>
                        <a:pt x="156" y="57"/>
                      </a:lnTo>
                      <a:lnTo>
                        <a:pt x="295" y="57"/>
                      </a:lnTo>
                      <a:lnTo>
                        <a:pt x="295" y="39"/>
                      </a:lnTo>
                      <a:lnTo>
                        <a:pt x="156" y="39"/>
                      </a:lnTo>
                      <a:close/>
                      <a:moveTo>
                        <a:pt x="45" y="124"/>
                      </a:moveTo>
                      <a:lnTo>
                        <a:pt x="45" y="142"/>
                      </a:lnTo>
                      <a:lnTo>
                        <a:pt x="405" y="142"/>
                      </a:lnTo>
                      <a:lnTo>
                        <a:pt x="405" y="124"/>
                      </a:lnTo>
                      <a:lnTo>
                        <a:pt x="45" y="124"/>
                      </a:lnTo>
                      <a:close/>
                      <a:moveTo>
                        <a:pt x="169" y="212"/>
                      </a:moveTo>
                      <a:cubicBezTo>
                        <a:pt x="167" y="215"/>
                        <a:pt x="163" y="217"/>
                        <a:pt x="160" y="219"/>
                      </a:cubicBezTo>
                      <a:cubicBezTo>
                        <a:pt x="156" y="222"/>
                        <a:pt x="152" y="225"/>
                        <a:pt x="147" y="227"/>
                      </a:cubicBezTo>
                      <a:cubicBezTo>
                        <a:pt x="143" y="229"/>
                        <a:pt x="139" y="231"/>
                        <a:pt x="134" y="233"/>
                      </a:cubicBezTo>
                      <a:cubicBezTo>
                        <a:pt x="130" y="235"/>
                        <a:pt x="126" y="237"/>
                        <a:pt x="122" y="238"/>
                      </a:cubicBezTo>
                      <a:lnTo>
                        <a:pt x="122" y="256"/>
                      </a:lnTo>
                      <a:cubicBezTo>
                        <a:pt x="125" y="255"/>
                        <a:pt x="129" y="254"/>
                        <a:pt x="132" y="253"/>
                      </a:cubicBezTo>
                      <a:cubicBezTo>
                        <a:pt x="136" y="251"/>
                        <a:pt x="140" y="249"/>
                        <a:pt x="143" y="247"/>
                      </a:cubicBezTo>
                      <a:cubicBezTo>
                        <a:pt x="146" y="246"/>
                        <a:pt x="150" y="244"/>
                        <a:pt x="153" y="242"/>
                      </a:cubicBezTo>
                      <a:cubicBezTo>
                        <a:pt x="155" y="240"/>
                        <a:pt x="156" y="238"/>
                        <a:pt x="158" y="237"/>
                      </a:cubicBezTo>
                      <a:lnTo>
                        <a:pt x="158" y="374"/>
                      </a:lnTo>
                      <a:lnTo>
                        <a:pt x="176" y="374"/>
                      </a:lnTo>
                      <a:lnTo>
                        <a:pt x="176" y="212"/>
                      </a:lnTo>
                      <a:lnTo>
                        <a:pt x="169" y="212"/>
                      </a:lnTo>
                      <a:close/>
                      <a:moveTo>
                        <a:pt x="277" y="213"/>
                      </a:moveTo>
                      <a:cubicBezTo>
                        <a:pt x="268" y="213"/>
                        <a:pt x="260" y="214"/>
                        <a:pt x="254" y="217"/>
                      </a:cubicBezTo>
                      <a:cubicBezTo>
                        <a:pt x="248" y="219"/>
                        <a:pt x="241" y="223"/>
                        <a:pt x="236" y="228"/>
                      </a:cubicBezTo>
                      <a:lnTo>
                        <a:pt x="236" y="247"/>
                      </a:lnTo>
                      <a:cubicBezTo>
                        <a:pt x="239" y="245"/>
                        <a:pt x="242" y="242"/>
                        <a:pt x="245" y="240"/>
                      </a:cubicBezTo>
                      <a:cubicBezTo>
                        <a:pt x="248" y="237"/>
                        <a:pt x="251" y="235"/>
                        <a:pt x="254" y="233"/>
                      </a:cubicBezTo>
                      <a:cubicBezTo>
                        <a:pt x="257" y="232"/>
                        <a:pt x="260" y="231"/>
                        <a:pt x="264" y="230"/>
                      </a:cubicBezTo>
                      <a:cubicBezTo>
                        <a:pt x="267" y="229"/>
                        <a:pt x="271" y="228"/>
                        <a:pt x="274" y="228"/>
                      </a:cubicBezTo>
                      <a:cubicBezTo>
                        <a:pt x="278" y="228"/>
                        <a:pt x="282" y="229"/>
                        <a:pt x="286" y="230"/>
                      </a:cubicBezTo>
                      <a:cubicBezTo>
                        <a:pt x="289" y="231"/>
                        <a:pt x="293" y="233"/>
                        <a:pt x="295" y="235"/>
                      </a:cubicBezTo>
                      <a:cubicBezTo>
                        <a:pt x="298" y="237"/>
                        <a:pt x="300" y="241"/>
                        <a:pt x="302" y="245"/>
                      </a:cubicBezTo>
                      <a:cubicBezTo>
                        <a:pt x="303" y="248"/>
                        <a:pt x="303" y="252"/>
                        <a:pt x="303" y="257"/>
                      </a:cubicBezTo>
                      <a:cubicBezTo>
                        <a:pt x="303" y="261"/>
                        <a:pt x="304" y="266"/>
                        <a:pt x="303" y="269"/>
                      </a:cubicBezTo>
                      <a:cubicBezTo>
                        <a:pt x="302" y="273"/>
                        <a:pt x="300" y="277"/>
                        <a:pt x="297" y="281"/>
                      </a:cubicBezTo>
                      <a:cubicBezTo>
                        <a:pt x="295" y="285"/>
                        <a:pt x="291" y="289"/>
                        <a:pt x="288" y="292"/>
                      </a:cubicBezTo>
                      <a:cubicBezTo>
                        <a:pt x="284" y="296"/>
                        <a:pt x="279" y="300"/>
                        <a:pt x="273" y="304"/>
                      </a:cubicBezTo>
                      <a:cubicBezTo>
                        <a:pt x="265" y="310"/>
                        <a:pt x="259" y="315"/>
                        <a:pt x="253" y="320"/>
                      </a:cubicBezTo>
                      <a:cubicBezTo>
                        <a:pt x="248" y="324"/>
                        <a:pt x="243" y="329"/>
                        <a:pt x="240" y="334"/>
                      </a:cubicBezTo>
                      <a:cubicBezTo>
                        <a:pt x="237" y="339"/>
                        <a:pt x="234" y="343"/>
                        <a:pt x="233" y="348"/>
                      </a:cubicBezTo>
                      <a:cubicBezTo>
                        <a:pt x="231" y="353"/>
                        <a:pt x="230" y="360"/>
                        <a:pt x="230" y="367"/>
                      </a:cubicBezTo>
                      <a:lnTo>
                        <a:pt x="230" y="374"/>
                      </a:lnTo>
                      <a:lnTo>
                        <a:pt x="328" y="374"/>
                      </a:lnTo>
                      <a:lnTo>
                        <a:pt x="328" y="358"/>
                      </a:lnTo>
                      <a:lnTo>
                        <a:pt x="250" y="358"/>
                      </a:lnTo>
                      <a:cubicBezTo>
                        <a:pt x="250" y="353"/>
                        <a:pt x="250" y="349"/>
                        <a:pt x="251" y="346"/>
                      </a:cubicBezTo>
                      <a:cubicBezTo>
                        <a:pt x="252" y="343"/>
                        <a:pt x="254" y="340"/>
                        <a:pt x="257" y="337"/>
                      </a:cubicBezTo>
                      <a:cubicBezTo>
                        <a:pt x="259" y="333"/>
                        <a:pt x="263" y="330"/>
                        <a:pt x="268" y="326"/>
                      </a:cubicBezTo>
                      <a:cubicBezTo>
                        <a:pt x="273" y="322"/>
                        <a:pt x="279" y="318"/>
                        <a:pt x="287" y="313"/>
                      </a:cubicBezTo>
                      <a:cubicBezTo>
                        <a:pt x="293" y="308"/>
                        <a:pt x="298" y="304"/>
                        <a:pt x="303" y="299"/>
                      </a:cubicBezTo>
                      <a:cubicBezTo>
                        <a:pt x="307" y="295"/>
                        <a:pt x="310" y="292"/>
                        <a:pt x="313" y="287"/>
                      </a:cubicBezTo>
                      <a:cubicBezTo>
                        <a:pt x="316" y="283"/>
                        <a:pt x="319" y="278"/>
                        <a:pt x="320" y="273"/>
                      </a:cubicBezTo>
                      <a:cubicBezTo>
                        <a:pt x="322" y="268"/>
                        <a:pt x="322" y="262"/>
                        <a:pt x="322" y="255"/>
                      </a:cubicBezTo>
                      <a:cubicBezTo>
                        <a:pt x="322" y="249"/>
                        <a:pt x="321" y="243"/>
                        <a:pt x="318" y="238"/>
                      </a:cubicBezTo>
                      <a:cubicBezTo>
                        <a:pt x="316" y="232"/>
                        <a:pt x="313" y="227"/>
                        <a:pt x="309" y="224"/>
                      </a:cubicBezTo>
                      <a:cubicBezTo>
                        <a:pt x="305" y="220"/>
                        <a:pt x="300" y="218"/>
                        <a:pt x="295" y="216"/>
                      </a:cubicBezTo>
                      <a:cubicBezTo>
                        <a:pt x="289" y="214"/>
                        <a:pt x="283" y="213"/>
                        <a:pt x="277" y="213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800" spc="-8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p:grp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E394E80-FB89-D386-52EC-2CCBA322C060}"/>
                  </a:ext>
                </a:extLst>
              </p:cNvPr>
              <p:cNvSpPr/>
              <p:nvPr/>
            </p:nvSpPr>
            <p:spPr>
              <a:xfrm>
                <a:off x="3298842" y="3575243"/>
                <a:ext cx="180000" cy="12311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ko-KR" sz="800" spc="-8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~</a:t>
                </a:r>
                <a:endPara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grpSp>
            <p:nvGrpSpPr>
              <p:cNvPr id="25" name="Date Field" descr="&lt;SmartSettings&gt;&lt;SmartResize enabled=&quot;True&quot; minWidth=&quot;20&quot; minHeight=&quot;13&quot; /&gt;&lt;/SmartSettings&gt;">
                <a:extLst>
                  <a:ext uri="{FF2B5EF4-FFF2-40B4-BE49-F238E27FC236}">
                    <a16:creationId xmlns:a16="http://schemas.microsoft.com/office/drawing/2014/main" id="{2CF66E9B-0C0D-C8E8-2948-5E3BA3852C23}"/>
                  </a:ext>
                </a:extLst>
              </p:cNvPr>
              <p:cNvGrpSpPr/>
              <p:nvPr>
                <p:custDataLst>
                  <p:tags r:id="rId2"/>
                </p:custDataLst>
              </p:nvPr>
            </p:nvGrpSpPr>
            <p:grpSpPr>
              <a:xfrm>
                <a:off x="3478842" y="3531168"/>
                <a:ext cx="890673" cy="241092"/>
                <a:chOff x="930717" y="1258939"/>
                <a:chExt cx="756980" cy="241092"/>
              </a:xfrm>
            </p:grpSpPr>
            <p:sp>
              <p:nvSpPr>
                <p:cNvPr id="26" name="Text Box">
                  <a:extLst>
                    <a:ext uri="{FF2B5EF4-FFF2-40B4-BE49-F238E27FC236}">
                      <a16:creationId xmlns:a16="http://schemas.microsoft.com/office/drawing/2014/main" id="{5B0B8AC2-55B5-B658-9BD1-70B3CCCBA1EB}"/>
                    </a:ext>
                  </a:extLst>
                </p:cNvPr>
                <p:cNvSpPr/>
                <p:nvPr/>
              </p:nvSpPr>
              <p:spPr>
                <a:xfrm>
                  <a:off x="930717" y="1258939"/>
                  <a:ext cx="756980" cy="24109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txBody>
  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atinLnBrk="1"/>
                  <a:r>
                    <a:rPr lang="ko-KR" altLang="en-US" sz="800" spc="-80" dirty="0">
                      <a:solidFill>
                        <a:schemeClr val="bg1">
                          <a:lumMod val="50000"/>
                        </a:scheme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날짜선택</a:t>
                  </a:r>
                  <a:endParaRPr lang="en-US" sz="800" spc="-80" dirty="0">
                    <a:solidFill>
                      <a:schemeClr val="bg1">
                        <a:lumMod val="50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27" name="Date Picker Icon" descr="&lt;Tags&gt;&lt;SMARTRESIZEANCHORS&gt;None,None,None,Absolute&lt;/SMARTRESIZEANCHORS&gt;&lt;/Tags&gt;">
                  <a:extLst>
                    <a:ext uri="{FF2B5EF4-FFF2-40B4-BE49-F238E27FC236}">
                      <a16:creationId xmlns:a16="http://schemas.microsoft.com/office/drawing/2014/main" id="{01C49589-E510-A4E1-5585-C533353DAB8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1064" y="1295204"/>
                  <a:ext cx="151264" cy="154118"/>
                </a:xfrm>
                <a:custGeom>
                  <a:avLst/>
                  <a:gdLst>
                    <a:gd name="T0" fmla="*/ 115 w 450"/>
                    <a:gd name="T1" fmla="*/ 79 h 445"/>
                    <a:gd name="T2" fmla="*/ 132 w 450"/>
                    <a:gd name="T3" fmla="*/ 0 h 445"/>
                    <a:gd name="T4" fmla="*/ 318 w 450"/>
                    <a:gd name="T5" fmla="*/ 0 h 445"/>
                    <a:gd name="T6" fmla="*/ 336 w 450"/>
                    <a:gd name="T7" fmla="*/ 79 h 445"/>
                    <a:gd name="T8" fmla="*/ 318 w 450"/>
                    <a:gd name="T9" fmla="*/ 0 h 445"/>
                    <a:gd name="T10" fmla="*/ 0 w 450"/>
                    <a:gd name="T11" fmla="*/ 445 h 445"/>
                    <a:gd name="T12" fmla="*/ 450 w 450"/>
                    <a:gd name="T13" fmla="*/ 39 h 445"/>
                    <a:gd name="T14" fmla="*/ 360 w 450"/>
                    <a:gd name="T15" fmla="*/ 57 h 445"/>
                    <a:gd name="T16" fmla="*/ 432 w 450"/>
                    <a:gd name="T17" fmla="*/ 427 h 445"/>
                    <a:gd name="T18" fmla="*/ 18 w 450"/>
                    <a:gd name="T19" fmla="*/ 57 h 445"/>
                    <a:gd name="T20" fmla="*/ 88 w 450"/>
                    <a:gd name="T21" fmla="*/ 39 h 445"/>
                    <a:gd name="T22" fmla="*/ 156 w 450"/>
                    <a:gd name="T23" fmla="*/ 39 h 445"/>
                    <a:gd name="T24" fmla="*/ 295 w 450"/>
                    <a:gd name="T25" fmla="*/ 57 h 445"/>
                    <a:gd name="T26" fmla="*/ 156 w 450"/>
                    <a:gd name="T27" fmla="*/ 39 h 445"/>
                    <a:gd name="T28" fmla="*/ 45 w 450"/>
                    <a:gd name="T29" fmla="*/ 142 h 445"/>
                    <a:gd name="T30" fmla="*/ 405 w 450"/>
                    <a:gd name="T31" fmla="*/ 124 h 445"/>
                    <a:gd name="T32" fmla="*/ 169 w 450"/>
                    <a:gd name="T33" fmla="*/ 212 h 445"/>
                    <a:gd name="T34" fmla="*/ 147 w 450"/>
                    <a:gd name="T35" fmla="*/ 227 h 445"/>
                    <a:gd name="T36" fmla="*/ 122 w 450"/>
                    <a:gd name="T37" fmla="*/ 238 h 445"/>
                    <a:gd name="T38" fmla="*/ 132 w 450"/>
                    <a:gd name="T39" fmla="*/ 253 h 445"/>
                    <a:gd name="T40" fmla="*/ 153 w 450"/>
                    <a:gd name="T41" fmla="*/ 242 h 445"/>
                    <a:gd name="T42" fmla="*/ 158 w 450"/>
                    <a:gd name="T43" fmla="*/ 374 h 445"/>
                    <a:gd name="T44" fmla="*/ 176 w 450"/>
                    <a:gd name="T45" fmla="*/ 212 h 445"/>
                    <a:gd name="T46" fmla="*/ 277 w 450"/>
                    <a:gd name="T47" fmla="*/ 213 h 445"/>
                    <a:gd name="T48" fmla="*/ 236 w 450"/>
                    <a:gd name="T49" fmla="*/ 228 h 445"/>
                    <a:gd name="T50" fmla="*/ 245 w 450"/>
                    <a:gd name="T51" fmla="*/ 240 h 445"/>
                    <a:gd name="T52" fmla="*/ 264 w 450"/>
                    <a:gd name="T53" fmla="*/ 230 h 445"/>
                    <a:gd name="T54" fmla="*/ 286 w 450"/>
                    <a:gd name="T55" fmla="*/ 230 h 445"/>
                    <a:gd name="T56" fmla="*/ 302 w 450"/>
                    <a:gd name="T57" fmla="*/ 245 h 445"/>
                    <a:gd name="T58" fmla="*/ 303 w 450"/>
                    <a:gd name="T59" fmla="*/ 269 h 445"/>
                    <a:gd name="T60" fmla="*/ 288 w 450"/>
                    <a:gd name="T61" fmla="*/ 292 h 445"/>
                    <a:gd name="T62" fmla="*/ 253 w 450"/>
                    <a:gd name="T63" fmla="*/ 320 h 445"/>
                    <a:gd name="T64" fmla="*/ 233 w 450"/>
                    <a:gd name="T65" fmla="*/ 348 h 445"/>
                    <a:gd name="T66" fmla="*/ 230 w 450"/>
                    <a:gd name="T67" fmla="*/ 374 h 445"/>
                    <a:gd name="T68" fmla="*/ 328 w 450"/>
                    <a:gd name="T69" fmla="*/ 358 h 445"/>
                    <a:gd name="T70" fmla="*/ 251 w 450"/>
                    <a:gd name="T71" fmla="*/ 346 h 445"/>
                    <a:gd name="T72" fmla="*/ 268 w 450"/>
                    <a:gd name="T73" fmla="*/ 326 h 445"/>
                    <a:gd name="T74" fmla="*/ 303 w 450"/>
                    <a:gd name="T75" fmla="*/ 299 h 445"/>
                    <a:gd name="T76" fmla="*/ 320 w 450"/>
                    <a:gd name="T77" fmla="*/ 273 h 445"/>
                    <a:gd name="T78" fmla="*/ 318 w 450"/>
                    <a:gd name="T79" fmla="*/ 238 h 445"/>
                    <a:gd name="T80" fmla="*/ 295 w 450"/>
                    <a:gd name="T81" fmla="*/ 216 h 4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50" h="445">
                      <a:moveTo>
                        <a:pt x="115" y="0"/>
                      </a:moveTo>
                      <a:lnTo>
                        <a:pt x="115" y="79"/>
                      </a:lnTo>
                      <a:lnTo>
                        <a:pt x="132" y="79"/>
                      </a:lnTo>
                      <a:lnTo>
                        <a:pt x="132" y="0"/>
                      </a:lnTo>
                      <a:lnTo>
                        <a:pt x="115" y="0"/>
                      </a:lnTo>
                      <a:close/>
                      <a:moveTo>
                        <a:pt x="318" y="0"/>
                      </a:moveTo>
                      <a:lnTo>
                        <a:pt x="318" y="79"/>
                      </a:lnTo>
                      <a:lnTo>
                        <a:pt x="336" y="79"/>
                      </a:lnTo>
                      <a:lnTo>
                        <a:pt x="336" y="0"/>
                      </a:lnTo>
                      <a:lnTo>
                        <a:pt x="318" y="0"/>
                      </a:lnTo>
                      <a:close/>
                      <a:moveTo>
                        <a:pt x="0" y="39"/>
                      </a:moveTo>
                      <a:lnTo>
                        <a:pt x="0" y="445"/>
                      </a:lnTo>
                      <a:lnTo>
                        <a:pt x="450" y="445"/>
                      </a:lnTo>
                      <a:lnTo>
                        <a:pt x="450" y="39"/>
                      </a:lnTo>
                      <a:lnTo>
                        <a:pt x="360" y="39"/>
                      </a:lnTo>
                      <a:lnTo>
                        <a:pt x="360" y="57"/>
                      </a:lnTo>
                      <a:lnTo>
                        <a:pt x="432" y="57"/>
                      </a:lnTo>
                      <a:lnTo>
                        <a:pt x="432" y="427"/>
                      </a:lnTo>
                      <a:lnTo>
                        <a:pt x="18" y="427"/>
                      </a:lnTo>
                      <a:lnTo>
                        <a:pt x="18" y="57"/>
                      </a:lnTo>
                      <a:lnTo>
                        <a:pt x="88" y="57"/>
                      </a:lnTo>
                      <a:lnTo>
                        <a:pt x="88" y="39"/>
                      </a:lnTo>
                      <a:lnTo>
                        <a:pt x="0" y="39"/>
                      </a:lnTo>
                      <a:close/>
                      <a:moveTo>
                        <a:pt x="156" y="39"/>
                      </a:moveTo>
                      <a:lnTo>
                        <a:pt x="156" y="57"/>
                      </a:lnTo>
                      <a:lnTo>
                        <a:pt x="295" y="57"/>
                      </a:lnTo>
                      <a:lnTo>
                        <a:pt x="295" y="39"/>
                      </a:lnTo>
                      <a:lnTo>
                        <a:pt x="156" y="39"/>
                      </a:lnTo>
                      <a:close/>
                      <a:moveTo>
                        <a:pt x="45" y="124"/>
                      </a:moveTo>
                      <a:lnTo>
                        <a:pt x="45" y="142"/>
                      </a:lnTo>
                      <a:lnTo>
                        <a:pt x="405" y="142"/>
                      </a:lnTo>
                      <a:lnTo>
                        <a:pt x="405" y="124"/>
                      </a:lnTo>
                      <a:lnTo>
                        <a:pt x="45" y="124"/>
                      </a:lnTo>
                      <a:close/>
                      <a:moveTo>
                        <a:pt x="169" y="212"/>
                      </a:moveTo>
                      <a:cubicBezTo>
                        <a:pt x="167" y="215"/>
                        <a:pt x="163" y="217"/>
                        <a:pt x="160" y="219"/>
                      </a:cubicBezTo>
                      <a:cubicBezTo>
                        <a:pt x="156" y="222"/>
                        <a:pt x="152" y="225"/>
                        <a:pt x="147" y="227"/>
                      </a:cubicBezTo>
                      <a:cubicBezTo>
                        <a:pt x="143" y="229"/>
                        <a:pt x="139" y="231"/>
                        <a:pt x="134" y="233"/>
                      </a:cubicBezTo>
                      <a:cubicBezTo>
                        <a:pt x="130" y="235"/>
                        <a:pt x="126" y="237"/>
                        <a:pt x="122" y="238"/>
                      </a:cubicBezTo>
                      <a:lnTo>
                        <a:pt x="122" y="256"/>
                      </a:lnTo>
                      <a:cubicBezTo>
                        <a:pt x="125" y="255"/>
                        <a:pt x="129" y="254"/>
                        <a:pt x="132" y="253"/>
                      </a:cubicBezTo>
                      <a:cubicBezTo>
                        <a:pt x="136" y="251"/>
                        <a:pt x="140" y="249"/>
                        <a:pt x="143" y="247"/>
                      </a:cubicBezTo>
                      <a:cubicBezTo>
                        <a:pt x="146" y="246"/>
                        <a:pt x="150" y="244"/>
                        <a:pt x="153" y="242"/>
                      </a:cubicBezTo>
                      <a:cubicBezTo>
                        <a:pt x="155" y="240"/>
                        <a:pt x="156" y="238"/>
                        <a:pt x="158" y="237"/>
                      </a:cubicBezTo>
                      <a:lnTo>
                        <a:pt x="158" y="374"/>
                      </a:lnTo>
                      <a:lnTo>
                        <a:pt x="176" y="374"/>
                      </a:lnTo>
                      <a:lnTo>
                        <a:pt x="176" y="212"/>
                      </a:lnTo>
                      <a:lnTo>
                        <a:pt x="169" y="212"/>
                      </a:lnTo>
                      <a:close/>
                      <a:moveTo>
                        <a:pt x="277" y="213"/>
                      </a:moveTo>
                      <a:cubicBezTo>
                        <a:pt x="268" y="213"/>
                        <a:pt x="260" y="214"/>
                        <a:pt x="254" y="217"/>
                      </a:cubicBezTo>
                      <a:cubicBezTo>
                        <a:pt x="248" y="219"/>
                        <a:pt x="241" y="223"/>
                        <a:pt x="236" y="228"/>
                      </a:cubicBezTo>
                      <a:lnTo>
                        <a:pt x="236" y="247"/>
                      </a:lnTo>
                      <a:cubicBezTo>
                        <a:pt x="239" y="245"/>
                        <a:pt x="242" y="242"/>
                        <a:pt x="245" y="240"/>
                      </a:cubicBezTo>
                      <a:cubicBezTo>
                        <a:pt x="248" y="237"/>
                        <a:pt x="251" y="235"/>
                        <a:pt x="254" y="233"/>
                      </a:cubicBezTo>
                      <a:cubicBezTo>
                        <a:pt x="257" y="232"/>
                        <a:pt x="260" y="231"/>
                        <a:pt x="264" y="230"/>
                      </a:cubicBezTo>
                      <a:cubicBezTo>
                        <a:pt x="267" y="229"/>
                        <a:pt x="271" y="228"/>
                        <a:pt x="274" y="228"/>
                      </a:cubicBezTo>
                      <a:cubicBezTo>
                        <a:pt x="278" y="228"/>
                        <a:pt x="282" y="229"/>
                        <a:pt x="286" y="230"/>
                      </a:cubicBezTo>
                      <a:cubicBezTo>
                        <a:pt x="289" y="231"/>
                        <a:pt x="293" y="233"/>
                        <a:pt x="295" y="235"/>
                      </a:cubicBezTo>
                      <a:cubicBezTo>
                        <a:pt x="298" y="237"/>
                        <a:pt x="300" y="241"/>
                        <a:pt x="302" y="245"/>
                      </a:cubicBezTo>
                      <a:cubicBezTo>
                        <a:pt x="303" y="248"/>
                        <a:pt x="303" y="252"/>
                        <a:pt x="303" y="257"/>
                      </a:cubicBezTo>
                      <a:cubicBezTo>
                        <a:pt x="303" y="261"/>
                        <a:pt x="304" y="266"/>
                        <a:pt x="303" y="269"/>
                      </a:cubicBezTo>
                      <a:cubicBezTo>
                        <a:pt x="302" y="273"/>
                        <a:pt x="300" y="277"/>
                        <a:pt x="297" y="281"/>
                      </a:cubicBezTo>
                      <a:cubicBezTo>
                        <a:pt x="295" y="285"/>
                        <a:pt x="291" y="289"/>
                        <a:pt x="288" y="292"/>
                      </a:cubicBezTo>
                      <a:cubicBezTo>
                        <a:pt x="284" y="296"/>
                        <a:pt x="279" y="300"/>
                        <a:pt x="273" y="304"/>
                      </a:cubicBezTo>
                      <a:cubicBezTo>
                        <a:pt x="265" y="310"/>
                        <a:pt x="259" y="315"/>
                        <a:pt x="253" y="320"/>
                      </a:cubicBezTo>
                      <a:cubicBezTo>
                        <a:pt x="248" y="324"/>
                        <a:pt x="243" y="329"/>
                        <a:pt x="240" y="334"/>
                      </a:cubicBezTo>
                      <a:cubicBezTo>
                        <a:pt x="237" y="339"/>
                        <a:pt x="234" y="343"/>
                        <a:pt x="233" y="348"/>
                      </a:cubicBezTo>
                      <a:cubicBezTo>
                        <a:pt x="231" y="353"/>
                        <a:pt x="230" y="360"/>
                        <a:pt x="230" y="367"/>
                      </a:cubicBezTo>
                      <a:lnTo>
                        <a:pt x="230" y="374"/>
                      </a:lnTo>
                      <a:lnTo>
                        <a:pt x="328" y="374"/>
                      </a:lnTo>
                      <a:lnTo>
                        <a:pt x="328" y="358"/>
                      </a:lnTo>
                      <a:lnTo>
                        <a:pt x="250" y="358"/>
                      </a:lnTo>
                      <a:cubicBezTo>
                        <a:pt x="250" y="353"/>
                        <a:pt x="250" y="349"/>
                        <a:pt x="251" y="346"/>
                      </a:cubicBezTo>
                      <a:cubicBezTo>
                        <a:pt x="252" y="343"/>
                        <a:pt x="254" y="340"/>
                        <a:pt x="257" y="337"/>
                      </a:cubicBezTo>
                      <a:cubicBezTo>
                        <a:pt x="259" y="333"/>
                        <a:pt x="263" y="330"/>
                        <a:pt x="268" y="326"/>
                      </a:cubicBezTo>
                      <a:cubicBezTo>
                        <a:pt x="273" y="322"/>
                        <a:pt x="279" y="318"/>
                        <a:pt x="287" y="313"/>
                      </a:cubicBezTo>
                      <a:cubicBezTo>
                        <a:pt x="293" y="308"/>
                        <a:pt x="298" y="304"/>
                        <a:pt x="303" y="299"/>
                      </a:cubicBezTo>
                      <a:cubicBezTo>
                        <a:pt x="307" y="295"/>
                        <a:pt x="310" y="292"/>
                        <a:pt x="313" y="287"/>
                      </a:cubicBezTo>
                      <a:cubicBezTo>
                        <a:pt x="316" y="283"/>
                        <a:pt x="319" y="278"/>
                        <a:pt x="320" y="273"/>
                      </a:cubicBezTo>
                      <a:cubicBezTo>
                        <a:pt x="322" y="268"/>
                        <a:pt x="322" y="262"/>
                        <a:pt x="322" y="255"/>
                      </a:cubicBezTo>
                      <a:cubicBezTo>
                        <a:pt x="322" y="249"/>
                        <a:pt x="321" y="243"/>
                        <a:pt x="318" y="238"/>
                      </a:cubicBezTo>
                      <a:cubicBezTo>
                        <a:pt x="316" y="232"/>
                        <a:pt x="313" y="227"/>
                        <a:pt x="309" y="224"/>
                      </a:cubicBezTo>
                      <a:cubicBezTo>
                        <a:pt x="305" y="220"/>
                        <a:pt x="300" y="218"/>
                        <a:pt x="295" y="216"/>
                      </a:cubicBezTo>
                      <a:cubicBezTo>
                        <a:pt x="289" y="214"/>
                        <a:pt x="283" y="213"/>
                        <a:pt x="277" y="213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800" spc="-8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D93A916-EABA-3226-E09F-CD250C33CB94}"/>
                </a:ext>
              </a:extLst>
            </p:cNvPr>
            <p:cNvSpPr/>
            <p:nvPr/>
          </p:nvSpPr>
          <p:spPr>
            <a:xfrm>
              <a:off x="743415" y="1964607"/>
              <a:ext cx="306421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등록일</a:t>
              </a:r>
            </a:p>
          </p:txBody>
        </p:sp>
        <p:sp>
          <p:nvSpPr>
            <p:cNvPr id="10" name="모서리가 둥근 직사각형 29">
              <a:extLst>
                <a:ext uri="{FF2B5EF4-FFF2-40B4-BE49-F238E27FC236}">
                  <a16:creationId xmlns:a16="http://schemas.microsoft.com/office/drawing/2014/main" id="{FBCD45C3-3987-243E-6336-D97FC0F96422}"/>
                </a:ext>
              </a:extLst>
            </p:cNvPr>
            <p:cNvSpPr/>
            <p:nvPr/>
          </p:nvSpPr>
          <p:spPr>
            <a:xfrm>
              <a:off x="3257392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전체</a:t>
              </a:r>
            </a:p>
          </p:txBody>
        </p:sp>
        <p:sp>
          <p:nvSpPr>
            <p:cNvPr id="12" name="모서리가 둥근 직사각형 29">
              <a:extLst>
                <a:ext uri="{FF2B5EF4-FFF2-40B4-BE49-F238E27FC236}">
                  <a16:creationId xmlns:a16="http://schemas.microsoft.com/office/drawing/2014/main" id="{62128AF0-4B04-1E04-24A5-C1EC3124DF29}"/>
                </a:ext>
              </a:extLst>
            </p:cNvPr>
            <p:cNvSpPr/>
            <p:nvPr/>
          </p:nvSpPr>
          <p:spPr>
            <a:xfrm>
              <a:off x="3670439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</a:t>
              </a:r>
            </a:p>
          </p:txBody>
        </p:sp>
        <p:sp>
          <p:nvSpPr>
            <p:cNvPr id="13" name="모서리가 둥근 직사각형 29">
              <a:extLst>
                <a:ext uri="{FF2B5EF4-FFF2-40B4-BE49-F238E27FC236}">
                  <a16:creationId xmlns:a16="http://schemas.microsoft.com/office/drawing/2014/main" id="{D958BE28-71B8-2253-C876-A88296C64742}"/>
                </a:ext>
              </a:extLst>
            </p:cNvPr>
            <p:cNvSpPr/>
            <p:nvPr/>
          </p:nvSpPr>
          <p:spPr>
            <a:xfrm>
              <a:off x="4088450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</a:t>
              </a:r>
            </a:p>
          </p:txBody>
        </p:sp>
        <p:sp>
          <p:nvSpPr>
            <p:cNvPr id="18" name="모서리가 둥근 직사각형 29">
              <a:extLst>
                <a:ext uri="{FF2B5EF4-FFF2-40B4-BE49-F238E27FC236}">
                  <a16:creationId xmlns:a16="http://schemas.microsoft.com/office/drawing/2014/main" id="{7661D0A9-E5CD-55BE-A646-A0B5C684BC83}"/>
                </a:ext>
              </a:extLst>
            </p:cNvPr>
            <p:cNvSpPr/>
            <p:nvPr/>
          </p:nvSpPr>
          <p:spPr>
            <a:xfrm>
              <a:off x="4506563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19" name="모서리가 둥근 직사각형 29">
              <a:extLst>
                <a:ext uri="{FF2B5EF4-FFF2-40B4-BE49-F238E27FC236}">
                  <a16:creationId xmlns:a16="http://schemas.microsoft.com/office/drawing/2014/main" id="{EB2EA820-7FA6-3B3B-BC63-1CE63A6450FC}"/>
                </a:ext>
              </a:extLst>
            </p:cNvPr>
            <p:cNvSpPr/>
            <p:nvPr/>
          </p:nvSpPr>
          <p:spPr>
            <a:xfrm>
              <a:off x="4924186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20" name="모서리가 둥근 직사각형 29">
              <a:extLst>
                <a:ext uri="{FF2B5EF4-FFF2-40B4-BE49-F238E27FC236}">
                  <a16:creationId xmlns:a16="http://schemas.microsoft.com/office/drawing/2014/main" id="{6E232FF6-86EC-B091-DC30-67F48EFE1E91}"/>
                </a:ext>
              </a:extLst>
            </p:cNvPr>
            <p:cNvSpPr/>
            <p:nvPr/>
          </p:nvSpPr>
          <p:spPr>
            <a:xfrm>
              <a:off x="5341809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22" name="모서리가 둥근 직사각형 29">
              <a:extLst>
                <a:ext uri="{FF2B5EF4-FFF2-40B4-BE49-F238E27FC236}">
                  <a16:creationId xmlns:a16="http://schemas.microsoft.com/office/drawing/2014/main" id="{5F6D468B-BD66-2FC5-BF97-664F8708894F}"/>
                </a:ext>
              </a:extLst>
            </p:cNvPr>
            <p:cNvSpPr/>
            <p:nvPr/>
          </p:nvSpPr>
          <p:spPr>
            <a:xfrm>
              <a:off x="5759432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91B923F-4C74-CC45-5A68-3CF3F1B17C72}"/>
              </a:ext>
            </a:extLst>
          </p:cNvPr>
          <p:cNvGrpSpPr/>
          <p:nvPr/>
        </p:nvGrpSpPr>
        <p:grpSpPr>
          <a:xfrm>
            <a:off x="740492" y="986182"/>
            <a:ext cx="2735427" cy="226800"/>
            <a:chOff x="785938" y="1834438"/>
            <a:chExt cx="2735427" cy="2268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BA5A09E-DD8B-3BF8-681A-28468DEA7A0A}"/>
                </a:ext>
              </a:extLst>
            </p:cNvPr>
            <p:cNvSpPr/>
            <p:nvPr/>
          </p:nvSpPr>
          <p:spPr>
            <a:xfrm>
              <a:off x="785938" y="1845794"/>
              <a:ext cx="306421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검색어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7874C61-2954-7FE8-877C-100C0E150229}"/>
                </a:ext>
              </a:extLst>
            </p:cNvPr>
            <p:cNvSpPr/>
            <p:nvPr/>
          </p:nvSpPr>
          <p:spPr>
            <a:xfrm>
              <a:off x="1941708" y="1834438"/>
              <a:ext cx="1579657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tlCol="0" anchor="ctr"/>
            <a:lstStyle/>
            <a:p>
              <a:r>
                <a:rPr lang="ko-KR" altLang="en-US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검색어를 입력해주세요</a:t>
              </a:r>
              <a:r>
                <a:rPr lang="en-US" altLang="ko-KR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ko-KR" altLang="en-US" sz="800" spc="-8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14F5FC1-E46F-C619-C10A-D5ACA59364FC}"/>
              </a:ext>
            </a:extLst>
          </p:cNvPr>
          <p:cNvGrpSpPr/>
          <p:nvPr/>
        </p:nvGrpSpPr>
        <p:grpSpPr>
          <a:xfrm>
            <a:off x="740492" y="1572074"/>
            <a:ext cx="1710552" cy="221794"/>
            <a:chOff x="761369" y="1590863"/>
            <a:chExt cx="1710552" cy="22179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462170ED-7B8F-F91B-1719-1307754BE125}"/>
                </a:ext>
              </a:extLst>
            </p:cNvPr>
            <p:cNvSpPr/>
            <p:nvPr/>
          </p:nvSpPr>
          <p:spPr>
            <a:xfrm>
              <a:off x="761369" y="1597213"/>
              <a:ext cx="384327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체크박스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8717A903-8B75-69F2-17EC-3E5885B4BC7C}"/>
                </a:ext>
              </a:extLst>
            </p:cNvPr>
            <p:cNvSpPr/>
            <p:nvPr/>
          </p:nvSpPr>
          <p:spPr>
            <a:xfrm>
              <a:off x="1231269" y="1590863"/>
              <a:ext cx="1240652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⬜전체     </a:t>
              </a:r>
              <a: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     </a:t>
              </a: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⬜항목</a:t>
              </a:r>
              <a: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 ⬜항목</a:t>
              </a:r>
              <a: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endPara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68" name="타원 67">
            <a:extLst>
              <a:ext uri="{FF2B5EF4-FFF2-40B4-BE49-F238E27FC236}">
                <a16:creationId xmlns:a16="http://schemas.microsoft.com/office/drawing/2014/main" id="{3A39E638-48D2-E7BD-A2F6-539D77F5502A}"/>
              </a:ext>
            </a:extLst>
          </p:cNvPr>
          <p:cNvSpPr/>
          <p:nvPr/>
        </p:nvSpPr>
        <p:spPr>
          <a:xfrm>
            <a:off x="456538" y="982147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F58712E3-9C2D-1CF7-E47D-4F9B09E6C75B}"/>
              </a:ext>
            </a:extLst>
          </p:cNvPr>
          <p:cNvSpPr/>
          <p:nvPr/>
        </p:nvSpPr>
        <p:spPr>
          <a:xfrm>
            <a:off x="464889" y="1291122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0BA87B3C-95FA-6542-16A7-4FDB6226E301}"/>
              </a:ext>
            </a:extLst>
          </p:cNvPr>
          <p:cNvGrpSpPr/>
          <p:nvPr/>
        </p:nvGrpSpPr>
        <p:grpSpPr>
          <a:xfrm>
            <a:off x="1249583" y="948238"/>
            <a:ext cx="567933" cy="307299"/>
            <a:chOff x="1249583" y="948238"/>
            <a:chExt cx="567933" cy="307299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33EA7A3C-565D-5E71-29EE-E7D52AC31828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 전체  </a:t>
              </a: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</a:t>
              </a: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EAA1BCF7-2EEC-A0FD-64D7-87D053D53143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79" name="Group 160">
            <a:extLst>
              <a:ext uri="{FF2B5EF4-FFF2-40B4-BE49-F238E27FC236}">
                <a16:creationId xmlns:a16="http://schemas.microsoft.com/office/drawing/2014/main" id="{B95B3635-2E5A-E721-CCFA-5ABBD7FDF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785710"/>
              </p:ext>
            </p:extLst>
          </p:nvPr>
        </p:nvGraphicFramePr>
        <p:xfrm>
          <a:off x="9521825" y="436797"/>
          <a:ext cx="2664000" cy="6183588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</a:p>
                  </a:txBody>
                  <a:tcPr marL="83041" marR="83041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관리자페이지 중복기능 통합 가이드 </a:t>
                      </a:r>
                      <a:endParaRPr kumimoji="1" lang="en-US" altLang="ko-KR" sz="8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상게검색 케이스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게시판 요소 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AE24C"/>
                          </a:highlight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해당 화면에서 변경 될 경우 해당페이지 설명 기입</a:t>
                      </a:r>
                      <a:endParaRPr kumimoji="1" lang="en-US" altLang="ko-KR" sz="8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AE24C"/>
                        </a:highlight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36000" marT="72000" marB="72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56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 영역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검색어</a:t>
                      </a:r>
                      <a:endParaRPr kumimoji="1" lang="ko-KR" altLang="en-US" sz="8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AE24C"/>
                        </a:highlight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Select List 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/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제목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내용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필드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324000" marR="0" lvl="1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줄 입력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324000" marR="0" lvl="1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검색어를 입력해주세요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  <a:p>
                      <a:pPr marL="324000" marR="0" lvl="1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검색창에 검색 단어 유지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 영역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등록일</a:t>
                      </a:r>
                      <a:endParaRPr kumimoji="1" lang="en-US" altLang="ko-KR" sz="8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날짜 범위 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32400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2-1.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종료일이 시작일보다 크면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Alert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표시 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범위 간편 버튼 모음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324000" marR="0" lvl="1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7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15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1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개월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3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개월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6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개월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1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</a:p>
                    <a:p>
                      <a:pPr marL="324000" marR="0" lvl="1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종료일이 현재일자 기준으로 이전 기간 설정</a:t>
                      </a: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13558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 영역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체크박스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기본값은 체크박스 모두 선택 상태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다중 선택 가능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19339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 영역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라디오버튼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기본값은 제일 좌측 항목 선택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다중 선택 불가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31983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 버튼 모음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검색 옵션에서 설정한 데이터에 맞게 리스트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상세설정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검색 상세 옵션 펼침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3526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총 개수 표시</a:t>
                      </a:r>
                      <a:endParaRPr kumimoji="1" lang="en-US" altLang="ko-KR" sz="8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>
                        <a:lnSpc>
                          <a:spcPct val="112000"/>
                        </a:lnSpc>
                        <a:buFontTx/>
                        <a:buChar char="-"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리스트 전체 개수 표시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>
                        <a:lnSpc>
                          <a:spcPct val="112000"/>
                        </a:lnSpc>
                        <a:buFontTx/>
                        <a:buChar char="-"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 결과에 따라 개수 변경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75557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카테고리 목록 내역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>
                        <a:lnSpc>
                          <a:spcPct val="112000"/>
                        </a:lnSpc>
                        <a:buFontTx/>
                        <a:buChar char="-"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/ 25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50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100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 표시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>
                        <a:lnSpc>
                          <a:spcPct val="112000"/>
                        </a:lnSpc>
                        <a:buFontTx/>
                        <a:buChar char="-"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드롭다운 형태</a:t>
                      </a:r>
                      <a:endParaRPr kumimoji="1" lang="en-US" altLang="ko-KR" sz="8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15318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 버튼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>
                        <a:lnSpc>
                          <a:spcPct val="112000"/>
                        </a:lnSpc>
                        <a:buFontTx/>
                        <a:buChar char="-"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팝업 등록 화면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으로 이동</a:t>
                      </a:r>
                      <a:endParaRPr kumimoji="1" lang="en-US" altLang="ko-KR" sz="8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55714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 삭제 버튼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선택삭제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확인창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표시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324000" marR="0" lvl="1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9-1.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확인창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선택한 항목 삭제 처리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713324"/>
                  </a:ext>
                </a:extLst>
              </a:tr>
            </a:tbl>
          </a:graphicData>
        </a:graphic>
      </p:graphicFrame>
      <p:grpSp>
        <p:nvGrpSpPr>
          <p:cNvPr id="80" name="그룹 79">
            <a:extLst>
              <a:ext uri="{FF2B5EF4-FFF2-40B4-BE49-F238E27FC236}">
                <a16:creationId xmlns:a16="http://schemas.microsoft.com/office/drawing/2014/main" id="{0E2EDF7F-432D-9938-512E-E19D72E56576}"/>
              </a:ext>
            </a:extLst>
          </p:cNvPr>
          <p:cNvGrpSpPr/>
          <p:nvPr/>
        </p:nvGrpSpPr>
        <p:grpSpPr>
          <a:xfrm>
            <a:off x="736317" y="1830945"/>
            <a:ext cx="1726260" cy="221794"/>
            <a:chOff x="761369" y="1590863"/>
            <a:chExt cx="1726260" cy="221794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E2C6953E-72B1-B11C-0E27-56DE11798A79}"/>
                </a:ext>
              </a:extLst>
            </p:cNvPr>
            <p:cNvSpPr/>
            <p:nvPr/>
          </p:nvSpPr>
          <p:spPr>
            <a:xfrm>
              <a:off x="761369" y="1597213"/>
              <a:ext cx="462233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라디오버튼</a:t>
              </a: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23535ED1-0641-B6CE-DB55-EA1C037A643D}"/>
                </a:ext>
              </a:extLst>
            </p:cNvPr>
            <p:cNvSpPr/>
            <p:nvPr/>
          </p:nvSpPr>
          <p:spPr>
            <a:xfrm>
              <a:off x="1231269" y="1590863"/>
              <a:ext cx="1256360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⚫항목</a:t>
              </a:r>
              <a: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      </a:t>
              </a: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🔘항목</a:t>
              </a:r>
              <a: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     </a:t>
              </a: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🔘항목</a:t>
              </a:r>
              <a: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endPara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52DFE54-9325-4A82-CDCB-0200E0A3FCC4}"/>
              </a:ext>
            </a:extLst>
          </p:cNvPr>
          <p:cNvSpPr/>
          <p:nvPr/>
        </p:nvSpPr>
        <p:spPr>
          <a:xfrm>
            <a:off x="409662" y="2472878"/>
            <a:ext cx="729934" cy="215444"/>
          </a:xfrm>
          <a:prstGeom prst="rect">
            <a:avLst/>
          </a:prstGeom>
        </p:spPr>
        <p:txBody>
          <a:bodyPr wrap="none" lIns="0" rIns="72000">
            <a:spAutoFit/>
          </a:bodyPr>
          <a:lstStyle/>
          <a:p>
            <a:r>
              <a:rPr lang="ko-KR" altLang="en-US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 </a:t>
            </a:r>
            <a:r>
              <a:rPr lang="en-US" altLang="ko-KR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Page 1/5</a:t>
            </a:r>
            <a:endParaRPr lang="ko-KR" altLang="en-US" sz="800" spc="-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4A13D8F-728F-5E90-523B-D6E7BFE35811}"/>
              </a:ext>
            </a:extLst>
          </p:cNvPr>
          <p:cNvSpPr/>
          <p:nvPr/>
        </p:nvSpPr>
        <p:spPr>
          <a:xfrm>
            <a:off x="8507741" y="2484555"/>
            <a:ext cx="662176" cy="21874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spc="-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선택삭제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8504291-522C-F822-700A-42EF269F261E}"/>
              </a:ext>
            </a:extLst>
          </p:cNvPr>
          <p:cNvSpPr/>
          <p:nvPr/>
        </p:nvSpPr>
        <p:spPr>
          <a:xfrm>
            <a:off x="7783786" y="2484555"/>
            <a:ext cx="662176" cy="218749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pc="-8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등록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3AAB54A2-1A78-045B-F63E-2BDC94606C59}"/>
              </a:ext>
            </a:extLst>
          </p:cNvPr>
          <p:cNvGrpSpPr/>
          <p:nvPr/>
        </p:nvGrpSpPr>
        <p:grpSpPr>
          <a:xfrm>
            <a:off x="7085491" y="2456463"/>
            <a:ext cx="639410" cy="307299"/>
            <a:chOff x="6291931" y="2941357"/>
            <a:chExt cx="639410" cy="307299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FE1B4B19-0B92-1F35-A399-11CE2B4B5570}"/>
                </a:ext>
              </a:extLst>
            </p:cNvPr>
            <p:cNvSpPr/>
            <p:nvPr/>
          </p:nvSpPr>
          <p:spPr>
            <a:xfrm>
              <a:off x="6291931" y="2972404"/>
              <a:ext cx="623877" cy="219600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45720" rIns="18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atinLnBrk="0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개씩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75D60049-6651-E802-A156-B6D0958C312C}"/>
                </a:ext>
              </a:extLst>
            </p:cNvPr>
            <p:cNvSpPr/>
            <p:nvPr/>
          </p:nvSpPr>
          <p:spPr>
            <a:xfrm>
              <a:off x="6752626" y="2941357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42587807-2E34-575F-1CA1-FE3F820663D9}"/>
              </a:ext>
            </a:extLst>
          </p:cNvPr>
          <p:cNvSpPr txBox="1"/>
          <p:nvPr/>
        </p:nvSpPr>
        <p:spPr>
          <a:xfrm>
            <a:off x="3166201" y="3496511"/>
            <a:ext cx="3359829" cy="2098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ko-KR" sz="8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《   〈     </a:t>
            </a:r>
            <a:r>
              <a:rPr lang="en-US" altLang="ko-KR" sz="800" b="1" u="sng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en-US" altLang="ko-KR" sz="800" u="sng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2     3     4     5     〉   》</a:t>
            </a:r>
            <a:endParaRPr lang="ko-KR" altLang="en-US" sz="800" spc="-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98" name="표 97">
            <a:extLst>
              <a:ext uri="{FF2B5EF4-FFF2-40B4-BE49-F238E27FC236}">
                <a16:creationId xmlns:a16="http://schemas.microsoft.com/office/drawing/2014/main" id="{39E7D1DF-FCD5-6BF6-408F-E1FA92F38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790355"/>
              </p:ext>
            </p:extLst>
          </p:nvPr>
        </p:nvGraphicFramePr>
        <p:xfrm>
          <a:off x="358775" y="2737089"/>
          <a:ext cx="8804014" cy="500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40">
                  <a:extLst>
                    <a:ext uri="{9D8B030D-6E8A-4147-A177-3AD203B41FA5}">
                      <a16:colId xmlns:a16="http://schemas.microsoft.com/office/drawing/2014/main" val="3840245206"/>
                    </a:ext>
                  </a:extLst>
                </a:gridCol>
                <a:gridCol w="229560">
                  <a:extLst>
                    <a:ext uri="{9D8B030D-6E8A-4147-A177-3AD203B41FA5}">
                      <a16:colId xmlns:a16="http://schemas.microsoft.com/office/drawing/2014/main" val="2436719631"/>
                    </a:ext>
                  </a:extLst>
                </a:gridCol>
                <a:gridCol w="7125870">
                  <a:extLst>
                    <a:ext uri="{9D8B030D-6E8A-4147-A177-3AD203B41FA5}">
                      <a16:colId xmlns:a16="http://schemas.microsoft.com/office/drawing/2014/main" val="3927592392"/>
                    </a:ext>
                  </a:extLst>
                </a:gridCol>
                <a:gridCol w="1296444">
                  <a:extLst>
                    <a:ext uri="{9D8B030D-6E8A-4147-A177-3AD203B41FA5}">
                      <a16:colId xmlns:a16="http://schemas.microsoft.com/office/drawing/2014/main" val="405269566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spc="-50" baseline="0" dirty="0">
                          <a:solidFill>
                            <a:srgbClr val="333333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⬜</a:t>
                      </a:r>
                    </a:p>
                  </a:txBody>
                  <a:tcPr marL="3600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</a:t>
                      </a:r>
                      <a:endParaRPr lang="ko-KR" altLang="en-US" sz="800" b="1" spc="-50" baseline="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컬럼</a:t>
                      </a:r>
                      <a:r>
                        <a:rPr lang="en-US" altLang="ko-KR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lang="ko-KR" altLang="en-US" sz="800" b="1" spc="-50" baseline="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 일자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909828"/>
                  </a:ext>
                </a:extLst>
              </a:tr>
              <a:tr h="248889">
                <a:tc>
                  <a:txBody>
                    <a:bodyPr/>
                    <a:lstStyle/>
                    <a:p>
                      <a:pPr algn="ctr"/>
                      <a:r>
                        <a:rPr kumimoji="0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⬜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u="none" spc="-50" baseline="0" dirty="0">
                          <a:solidFill>
                            <a:srgbClr val="333333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lang="ko-KR" altLang="en-US" sz="800" b="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-5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80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YYYY.MM.DD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523410"/>
                  </a:ext>
                </a:extLst>
              </a:tr>
            </a:tbl>
          </a:graphicData>
        </a:graphic>
      </p:graphicFrame>
      <p:sp>
        <p:nvSpPr>
          <p:cNvPr id="100" name="타원 99">
            <a:extLst>
              <a:ext uri="{FF2B5EF4-FFF2-40B4-BE49-F238E27FC236}">
                <a16:creationId xmlns:a16="http://schemas.microsoft.com/office/drawing/2014/main" id="{8103E1D4-64B1-D8B3-C0F0-9229E4025F9B}"/>
              </a:ext>
            </a:extLst>
          </p:cNvPr>
          <p:cNvSpPr/>
          <p:nvPr/>
        </p:nvSpPr>
        <p:spPr>
          <a:xfrm>
            <a:off x="464889" y="1567011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FBCA7FA2-78BF-481E-9770-F481403EDC7C}"/>
              </a:ext>
            </a:extLst>
          </p:cNvPr>
          <p:cNvSpPr/>
          <p:nvPr/>
        </p:nvSpPr>
        <p:spPr>
          <a:xfrm>
            <a:off x="464889" y="1830389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29D8D409-4276-64E8-D47E-1934246BF634}"/>
              </a:ext>
            </a:extLst>
          </p:cNvPr>
          <p:cNvSpPr/>
          <p:nvPr/>
        </p:nvSpPr>
        <p:spPr>
          <a:xfrm>
            <a:off x="172616" y="2371095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0DF94EDE-BBD6-470F-2102-7E4FF130D1F9}"/>
              </a:ext>
            </a:extLst>
          </p:cNvPr>
          <p:cNvSpPr/>
          <p:nvPr/>
        </p:nvSpPr>
        <p:spPr>
          <a:xfrm>
            <a:off x="6863316" y="2371095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9BF748AD-BA6E-4C94-1664-07D698A9CAEC}"/>
              </a:ext>
            </a:extLst>
          </p:cNvPr>
          <p:cNvSpPr/>
          <p:nvPr/>
        </p:nvSpPr>
        <p:spPr>
          <a:xfrm>
            <a:off x="208692" y="2639080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3461E560-32B9-B915-6719-20EC5641117E}"/>
              </a:ext>
            </a:extLst>
          </p:cNvPr>
          <p:cNvSpPr/>
          <p:nvPr/>
        </p:nvSpPr>
        <p:spPr>
          <a:xfrm>
            <a:off x="4231626" y="3386465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90DDF539-5932-4465-2AB6-65373F469709}"/>
              </a:ext>
            </a:extLst>
          </p:cNvPr>
          <p:cNvGrpSpPr/>
          <p:nvPr/>
        </p:nvGrpSpPr>
        <p:grpSpPr>
          <a:xfrm>
            <a:off x="1690526" y="4083485"/>
            <a:ext cx="2201656" cy="1488647"/>
            <a:chOff x="9288187" y="5353205"/>
            <a:chExt cx="2201656" cy="1488647"/>
          </a:xfrm>
        </p:grpSpPr>
        <p:sp>
          <p:nvSpPr>
            <p:cNvPr id="109" name="모서리가 둥근 직사각형 68">
              <a:extLst>
                <a:ext uri="{FF2B5EF4-FFF2-40B4-BE49-F238E27FC236}">
                  <a16:creationId xmlns:a16="http://schemas.microsoft.com/office/drawing/2014/main" id="{96C9CF04-11E3-E2D8-CE59-DBE46DDD8575}"/>
                </a:ext>
              </a:extLst>
            </p:cNvPr>
            <p:cNvSpPr/>
            <p:nvPr/>
          </p:nvSpPr>
          <p:spPr>
            <a:xfrm>
              <a:off x="9288190" y="5615999"/>
              <a:ext cx="2201653" cy="12258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0"/>
            <a:lstStyle/>
            <a:p>
              <a:pPr eaLnBrk="0" hangingPunct="0">
                <a:spcBef>
                  <a:spcPct val="20000"/>
                </a:spcBef>
                <a:defRPr/>
              </a:pPr>
              <a:endParaRPr lang="ko-KR" altLang="en-US" sz="800" b="1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8CE56B64-848C-F786-B84C-E8043BCF82A0}"/>
                </a:ext>
              </a:extLst>
            </p:cNvPr>
            <p:cNvSpPr/>
            <p:nvPr/>
          </p:nvSpPr>
          <p:spPr>
            <a:xfrm>
              <a:off x="9442359" y="6007642"/>
              <a:ext cx="1893314" cy="268517"/>
            </a:xfrm>
            <a:prstGeom prst="rect">
              <a:avLst/>
            </a:prstGeom>
          </p:spPr>
          <p:txBody>
            <a:bodyPr wrap="square" lIns="0" tIns="72000" rIns="0" bIns="72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노출기간 시작일이 종료일보다 클 수 없습니다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11" name="모서리가 둥근 직사각형 73">
              <a:extLst>
                <a:ext uri="{FF2B5EF4-FFF2-40B4-BE49-F238E27FC236}">
                  <a16:creationId xmlns:a16="http://schemas.microsoft.com/office/drawing/2014/main" id="{80F8496F-BEC8-6012-A367-AA37BB99F11B}"/>
                </a:ext>
              </a:extLst>
            </p:cNvPr>
            <p:cNvSpPr/>
            <p:nvPr/>
          </p:nvSpPr>
          <p:spPr>
            <a:xfrm>
              <a:off x="10029016" y="6447791"/>
              <a:ext cx="720000" cy="229091"/>
            </a:xfrm>
            <a:prstGeom prst="roundRect">
              <a:avLst/>
            </a:prstGeom>
            <a:solidFill>
              <a:srgbClr val="808080">
                <a:lumMod val="20000"/>
                <a:lumOff val="80000"/>
              </a:srgbClr>
            </a:solidFill>
            <a:ln w="3175" algn="ctr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800" kern="0" spc="-7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확인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3ECF9B29-C57F-8E42-3D7A-33389808DC04}"/>
                </a:ext>
              </a:extLst>
            </p:cNvPr>
            <p:cNvSpPr txBox="1"/>
            <p:nvPr/>
          </p:nvSpPr>
          <p:spPr>
            <a:xfrm>
              <a:off x="9288187" y="5353205"/>
              <a:ext cx="2161141" cy="232165"/>
            </a:xfrm>
            <a:prstGeom prst="rect">
              <a:avLst/>
            </a:prstGeom>
            <a:noFill/>
          </p:spPr>
          <p:txBody>
            <a:bodyPr wrap="square" lIns="0" tIns="54000" rIns="0" bIns="54000" rtlCol="0">
              <a:spAutoFit/>
            </a:bodyPr>
            <a:lstStyle/>
            <a:p>
              <a:r>
                <a:rPr lang="en-US" altLang="ko-KR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2-1) </a:t>
              </a:r>
              <a:r>
                <a:rPr lang="ko-KR" altLang="en-US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기간설정 오류 </a:t>
              </a:r>
              <a:r>
                <a:rPr lang="en-US" altLang="ko-KR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Alert </a:t>
              </a:r>
              <a:r>
                <a:rPr lang="ko-KR" altLang="en-US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표시</a:t>
              </a:r>
              <a:endPara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BAD34EFB-2071-6917-E4EA-C4CB422715BF}"/>
              </a:ext>
            </a:extLst>
          </p:cNvPr>
          <p:cNvCxnSpPr>
            <a:cxnSpLocks/>
            <a:stCxn id="26" idx="2"/>
            <a:endCxn id="112" idx="0"/>
          </p:cNvCxnSpPr>
          <p:nvPr/>
        </p:nvCxnSpPr>
        <p:spPr>
          <a:xfrm rot="16200000" flipH="1">
            <a:off x="1492481" y="2804869"/>
            <a:ext cx="2554040" cy="319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8" name="표 117">
            <a:extLst>
              <a:ext uri="{FF2B5EF4-FFF2-40B4-BE49-F238E27FC236}">
                <a16:creationId xmlns:a16="http://schemas.microsoft.com/office/drawing/2014/main" id="{07F85600-D54B-79B5-8B39-94A543930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712580"/>
              </p:ext>
            </p:extLst>
          </p:nvPr>
        </p:nvGraphicFramePr>
        <p:xfrm>
          <a:off x="6851650" y="4946229"/>
          <a:ext cx="2664000" cy="1806618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72354104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388526036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게시판 항목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(4xN)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일괄 체크 박스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게시물 전체 선택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개별 체크 박스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게시물 개별 선택 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최신 등록순으로 상단 출력 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Row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영역 클릭 시 해당 상세 화면으로 이동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값이 없으면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‘-’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줄 영역 넘어가면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등록일자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15899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페이지네이션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>
                        <a:lnSpc>
                          <a:spcPct val="112000"/>
                        </a:lnSpc>
                        <a:buFontTx/>
                        <a:buChar char="-"/>
                      </a:pP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페이지 버튼 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개씩 출력</a:t>
                      </a:r>
                      <a:endParaRPr lang="en-US" altLang="ko-KR" sz="80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>
                        <a:lnSpc>
                          <a:spcPct val="112000"/>
                        </a:lnSpc>
                        <a:buFontTx/>
                        <a:buChar char="-"/>
                      </a:pP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페이지 이전</a:t>
                      </a:r>
                      <a:r>
                        <a:rPr lang="en-US" altLang="ko-KR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다음 이동 버튼 좌우에 배치</a:t>
                      </a:r>
                      <a:endParaRPr lang="en-US" altLang="ko-KR" sz="80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>
                        <a:lnSpc>
                          <a:spcPct val="112000"/>
                        </a:lnSpc>
                        <a:buFontTx/>
                        <a:buChar char="-"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첫 페이지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마지막 페이지 이동 버튼 좌우에 배치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532976"/>
                  </a:ext>
                </a:extLst>
              </a:tr>
            </a:tbl>
          </a:graphicData>
        </a:graphic>
      </p:graphicFrame>
      <p:sp>
        <p:nvSpPr>
          <p:cNvPr id="119" name="타원 118">
            <a:extLst>
              <a:ext uri="{FF2B5EF4-FFF2-40B4-BE49-F238E27FC236}">
                <a16:creationId xmlns:a16="http://schemas.microsoft.com/office/drawing/2014/main" id="{77FFD197-06A4-87C6-F04D-10C5C32262A9}"/>
              </a:ext>
            </a:extLst>
          </p:cNvPr>
          <p:cNvSpPr/>
          <p:nvPr/>
        </p:nvSpPr>
        <p:spPr>
          <a:xfrm>
            <a:off x="7699928" y="2371095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99808113-A58F-D774-C21C-FCD148FB043E}"/>
              </a:ext>
            </a:extLst>
          </p:cNvPr>
          <p:cNvSpPr/>
          <p:nvPr/>
        </p:nvSpPr>
        <p:spPr>
          <a:xfrm>
            <a:off x="8443912" y="2371095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DAF9404C-196F-0917-C561-B1945CE09F4B}"/>
              </a:ext>
            </a:extLst>
          </p:cNvPr>
          <p:cNvGrpSpPr/>
          <p:nvPr/>
        </p:nvGrpSpPr>
        <p:grpSpPr>
          <a:xfrm>
            <a:off x="4085527" y="4084830"/>
            <a:ext cx="2201656" cy="1488647"/>
            <a:chOff x="7495652" y="5146776"/>
            <a:chExt cx="2201656" cy="1488647"/>
          </a:xfrm>
        </p:grpSpPr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2D43C5BA-AD4E-9026-219F-C2ABA3DB188F}"/>
                </a:ext>
              </a:extLst>
            </p:cNvPr>
            <p:cNvGrpSpPr/>
            <p:nvPr/>
          </p:nvGrpSpPr>
          <p:grpSpPr>
            <a:xfrm>
              <a:off x="7495652" y="5146776"/>
              <a:ext cx="2201656" cy="1488647"/>
              <a:chOff x="9288187" y="5353205"/>
              <a:chExt cx="2201656" cy="1488647"/>
            </a:xfrm>
          </p:grpSpPr>
          <p:sp>
            <p:nvSpPr>
              <p:cNvPr id="124" name="모서리가 둥근 직사각형 68">
                <a:extLst>
                  <a:ext uri="{FF2B5EF4-FFF2-40B4-BE49-F238E27FC236}">
                    <a16:creationId xmlns:a16="http://schemas.microsoft.com/office/drawing/2014/main" id="{052092F5-F2C1-560B-A055-1E7BF628D34F}"/>
                  </a:ext>
                </a:extLst>
              </p:cNvPr>
              <p:cNvSpPr/>
              <p:nvPr/>
            </p:nvSpPr>
            <p:spPr>
              <a:xfrm>
                <a:off x="9288190" y="5615999"/>
                <a:ext cx="2201653" cy="12258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36000" tIns="36000" rIns="36000" bIns="0"/>
              <a:lstStyle/>
              <a:p>
                <a:pPr eaLnBrk="0" hangingPunct="0">
                  <a:spcBef>
                    <a:spcPct val="20000"/>
                  </a:spcBef>
                  <a:defRPr/>
                </a:pPr>
                <a:endParaRPr lang="ko-KR" altLang="en-US" sz="800" b="1" spc="-7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1C9B3DEF-929A-D83C-7FA5-FAFC04E9E63A}"/>
                  </a:ext>
                </a:extLst>
              </p:cNvPr>
              <p:cNvSpPr/>
              <p:nvPr/>
            </p:nvSpPr>
            <p:spPr>
              <a:xfrm>
                <a:off x="9442359" y="6007642"/>
                <a:ext cx="1893314" cy="268517"/>
              </a:xfrm>
              <a:prstGeom prst="rect">
                <a:avLst/>
              </a:prstGeom>
            </p:spPr>
            <p:txBody>
              <a:bodyPr wrap="square" lIns="0" tIns="72000" rIns="0" bIns="7200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선택한 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n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건을 </a:t>
                </a:r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삭제하시겠습니까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?</a:t>
                </a:r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126" name="모서리가 둥근 직사각형 73">
                <a:extLst>
                  <a:ext uri="{FF2B5EF4-FFF2-40B4-BE49-F238E27FC236}">
                    <a16:creationId xmlns:a16="http://schemas.microsoft.com/office/drawing/2014/main" id="{8AA1ED14-150C-0540-5304-D66F3A564EB0}"/>
                  </a:ext>
                </a:extLst>
              </p:cNvPr>
              <p:cNvSpPr/>
              <p:nvPr/>
            </p:nvSpPr>
            <p:spPr>
              <a:xfrm>
                <a:off x="10389016" y="6495027"/>
                <a:ext cx="720000" cy="229091"/>
              </a:xfrm>
              <a:prstGeom prst="roundRect">
                <a:avLst/>
              </a:prstGeom>
              <a:solidFill>
                <a:srgbClr val="808080">
                  <a:lumMod val="20000"/>
                  <a:lumOff val="80000"/>
                </a:srgbClr>
              </a:solidFill>
              <a:ln w="3175" algn="ctr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ctr" eaLnBrk="0" latinLnBrk="0" hangingPunct="0">
                  <a:spcBef>
                    <a:spcPct val="20000"/>
                  </a:spcBef>
                </a:pPr>
                <a:r>
                  <a:rPr lang="ko-KR" altLang="en-US" sz="800" kern="0" spc="-7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확인</a:t>
                </a: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1BFBC3AD-CB29-03F0-AE60-719515CF8BA6}"/>
                  </a:ext>
                </a:extLst>
              </p:cNvPr>
              <p:cNvSpPr txBox="1"/>
              <p:nvPr/>
            </p:nvSpPr>
            <p:spPr>
              <a:xfrm>
                <a:off x="9288187" y="5353205"/>
                <a:ext cx="2161141" cy="232165"/>
              </a:xfrm>
              <a:prstGeom prst="rect">
                <a:avLst/>
              </a:prstGeom>
              <a:noFill/>
            </p:spPr>
            <p:txBody>
              <a:bodyPr wrap="square" lIns="0" tIns="54000" rIns="0" bIns="54000" rtlCol="0">
                <a:spAutoFit/>
              </a:bodyPr>
              <a:lstStyle/>
              <a:p>
                <a:r>
                  <a:rPr lang="en-US" altLang="ko-KR" sz="800" b="1" spc="-7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9-1) [</a:t>
                </a:r>
                <a:r>
                  <a:rPr lang="ko-KR" altLang="en-US" sz="800" b="1" spc="-7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선택 삭제</a:t>
                </a:r>
                <a:r>
                  <a:rPr lang="en-US" altLang="ko-KR" sz="800" b="1" spc="-7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]</a:t>
                </a:r>
                <a:r>
                  <a:rPr lang="ko-KR" altLang="en-US" sz="800" b="1" spc="-7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버튼 클릭 시 </a:t>
                </a:r>
                <a:r>
                  <a:rPr lang="ko-KR" altLang="en-US" sz="800" b="1" spc="-70" dirty="0" err="1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확인창</a:t>
                </a:r>
                <a:r>
                  <a:rPr lang="ko-KR" altLang="en-US" sz="800" b="1" spc="-7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 </a:t>
                </a:r>
                <a:endParaRPr lang="en-US" altLang="ko-KR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123" name="모서리가 둥근 직사각형 73">
              <a:extLst>
                <a:ext uri="{FF2B5EF4-FFF2-40B4-BE49-F238E27FC236}">
                  <a16:creationId xmlns:a16="http://schemas.microsoft.com/office/drawing/2014/main" id="{10E987AD-4B74-E00D-1C2D-B3507C34F7E3}"/>
                </a:ext>
              </a:extLst>
            </p:cNvPr>
            <p:cNvSpPr/>
            <p:nvPr/>
          </p:nvSpPr>
          <p:spPr>
            <a:xfrm>
              <a:off x="7790772" y="6288598"/>
              <a:ext cx="720000" cy="229091"/>
            </a:xfrm>
            <a:prstGeom prst="roundRect">
              <a:avLst/>
            </a:prstGeom>
            <a:solidFill>
              <a:srgbClr val="808080">
                <a:lumMod val="20000"/>
                <a:lumOff val="80000"/>
              </a:srgbClr>
            </a:solidFill>
            <a:ln w="3175" algn="ctr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800" kern="0" spc="-7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취소</a:t>
              </a:r>
            </a:p>
          </p:txBody>
        </p:sp>
      </p:grpSp>
      <p:cxnSp>
        <p:nvCxnSpPr>
          <p:cNvPr id="129" name="연결선: 꺾임 128">
            <a:extLst>
              <a:ext uri="{FF2B5EF4-FFF2-40B4-BE49-F238E27FC236}">
                <a16:creationId xmlns:a16="http://schemas.microsoft.com/office/drawing/2014/main" id="{169F9F93-48B0-FA47-B529-3F7C2658F65D}"/>
              </a:ext>
            </a:extLst>
          </p:cNvPr>
          <p:cNvCxnSpPr>
            <a:cxnSpLocks/>
            <a:stCxn id="85" idx="2"/>
            <a:endCxn id="127" idx="0"/>
          </p:cNvCxnSpPr>
          <p:nvPr/>
        </p:nvCxnSpPr>
        <p:spPr>
          <a:xfrm rot="5400000">
            <a:off x="6311701" y="1557702"/>
            <a:ext cx="1381526" cy="3672731"/>
          </a:xfrm>
          <a:prstGeom prst="bentConnector3">
            <a:avLst>
              <a:gd name="adj1" fmla="val 76747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B2F046CC-C9FB-FC22-3AFD-DF997B64164B}"/>
              </a:ext>
            </a:extLst>
          </p:cNvPr>
          <p:cNvSpPr/>
          <p:nvPr/>
        </p:nvSpPr>
        <p:spPr>
          <a:xfrm>
            <a:off x="780652" y="3025686"/>
            <a:ext cx="7003134" cy="163667"/>
          </a:xfrm>
          <a:prstGeom prst="rect">
            <a:avLst/>
          </a:prstGeom>
          <a:noFill/>
          <a:ln>
            <a:solidFill>
              <a:srgbClr val="56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D82EB1F-D704-F297-9E80-EC71CE83D668}"/>
              </a:ext>
            </a:extLst>
          </p:cNvPr>
          <p:cNvGrpSpPr/>
          <p:nvPr/>
        </p:nvGrpSpPr>
        <p:grpSpPr>
          <a:xfrm>
            <a:off x="2884886" y="1576745"/>
            <a:ext cx="1618755" cy="1028297"/>
            <a:chOff x="3470035" y="4896590"/>
            <a:chExt cx="2203691" cy="139987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" name="Date Picker">
              <a:extLst>
                <a:ext uri="{FF2B5EF4-FFF2-40B4-BE49-F238E27FC236}">
                  <a16:creationId xmlns:a16="http://schemas.microsoft.com/office/drawing/2014/main" id="{2277613A-F932-397E-A401-21F341EC8A2E}"/>
                </a:ext>
              </a:extLst>
            </p:cNvPr>
            <p:cNvGrpSpPr/>
            <p:nvPr/>
          </p:nvGrpSpPr>
          <p:grpSpPr>
            <a:xfrm>
              <a:off x="3470035" y="4896590"/>
              <a:ext cx="2203691" cy="1399871"/>
              <a:chOff x="599046" y="2012747"/>
              <a:chExt cx="2569355" cy="1632155"/>
            </a:xfrm>
            <a:effectLst/>
          </p:grpSpPr>
          <p:sp>
            <p:nvSpPr>
              <p:cNvPr id="38" name="Box">
                <a:extLst>
                  <a:ext uri="{FF2B5EF4-FFF2-40B4-BE49-F238E27FC236}">
                    <a16:creationId xmlns:a16="http://schemas.microsoft.com/office/drawing/2014/main" id="{78E152BB-67E1-CB20-9B07-E227D233828A}"/>
                  </a:ext>
                </a:extLst>
              </p:cNvPr>
              <p:cNvSpPr/>
              <p:nvPr/>
            </p:nvSpPr>
            <p:spPr>
              <a:xfrm>
                <a:off x="617292" y="2012747"/>
                <a:ext cx="2551109" cy="1632155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9" name="Month">
                <a:extLst>
                  <a:ext uri="{FF2B5EF4-FFF2-40B4-BE49-F238E27FC236}">
                    <a16:creationId xmlns:a16="http://schemas.microsoft.com/office/drawing/2014/main" id="{98CD2537-2A53-A523-E4A6-03F05C9871DB}"/>
                  </a:ext>
                </a:extLst>
              </p:cNvPr>
              <p:cNvSpPr txBox="1"/>
              <p:nvPr/>
            </p:nvSpPr>
            <p:spPr>
              <a:xfrm>
                <a:off x="1217056" y="2089682"/>
                <a:ext cx="898158" cy="263798"/>
              </a:xfrm>
              <a:prstGeom prst="rect">
                <a:avLst/>
              </a:prstGeom>
              <a:noFill/>
            </p:spPr>
            <p:txBody>
              <a:bodyPr wrap="none" lIns="0" tIns="36576" rIns="0" bIns="36576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altLang="ko-KR" sz="600" dirty="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12</a:t>
                </a:r>
                <a:r>
                  <a:rPr lang="ko-KR" altLang="en-US" sz="600" dirty="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월 ▼</a:t>
                </a:r>
                <a:r>
                  <a:rPr lang="en-US" sz="600" dirty="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    2024</a:t>
                </a:r>
                <a:r>
                  <a:rPr lang="en-US" altLang="ko-KR" sz="600" dirty="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~</a:t>
                </a:r>
                <a:endParaRPr lang="en-US" sz="600" dirty="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grpSp>
            <p:nvGrpSpPr>
              <p:cNvPr id="40" name="Days">
                <a:extLst>
                  <a:ext uri="{FF2B5EF4-FFF2-40B4-BE49-F238E27FC236}">
                    <a16:creationId xmlns:a16="http://schemas.microsoft.com/office/drawing/2014/main" id="{5E94E333-23B2-EF69-5B6D-7C27CF5E7103}"/>
                  </a:ext>
                </a:extLst>
              </p:cNvPr>
              <p:cNvGrpSpPr/>
              <p:nvPr/>
            </p:nvGrpSpPr>
            <p:grpSpPr>
              <a:xfrm>
                <a:off x="735197" y="2575449"/>
                <a:ext cx="1737697" cy="975174"/>
                <a:chOff x="756205" y="2578764"/>
                <a:chExt cx="1737697" cy="975173"/>
              </a:xfrm>
            </p:grpSpPr>
            <p:sp>
              <p:nvSpPr>
                <p:cNvPr id="53" name="Day">
                  <a:extLst>
                    <a:ext uri="{FF2B5EF4-FFF2-40B4-BE49-F238E27FC236}">
                      <a16:creationId xmlns:a16="http://schemas.microsoft.com/office/drawing/2014/main" id="{0DC26423-5D66-2D36-E192-C501D1D488BD}"/>
                    </a:ext>
                  </a:extLst>
                </p:cNvPr>
                <p:cNvSpPr txBox="1"/>
                <p:nvPr/>
              </p:nvSpPr>
              <p:spPr>
                <a:xfrm>
                  <a:off x="2117782" y="2578764"/>
                  <a:ext cx="76330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4</a:t>
                  </a:r>
                </a:p>
              </p:txBody>
            </p:sp>
            <p:sp>
              <p:nvSpPr>
                <p:cNvPr id="54" name="Day">
                  <a:extLst>
                    <a:ext uri="{FF2B5EF4-FFF2-40B4-BE49-F238E27FC236}">
                      <a16:creationId xmlns:a16="http://schemas.microsoft.com/office/drawing/2014/main" id="{8CA57DBC-2857-F59C-D961-358BB4A2A337}"/>
                    </a:ext>
                  </a:extLst>
                </p:cNvPr>
                <p:cNvSpPr txBox="1"/>
                <p:nvPr/>
              </p:nvSpPr>
              <p:spPr>
                <a:xfrm>
                  <a:off x="2102513" y="2785918"/>
                  <a:ext cx="106864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11</a:t>
                  </a:r>
                </a:p>
              </p:txBody>
            </p:sp>
            <p:sp>
              <p:nvSpPr>
                <p:cNvPr id="55" name="Day">
                  <a:extLst>
                    <a:ext uri="{FF2B5EF4-FFF2-40B4-BE49-F238E27FC236}">
                      <a16:creationId xmlns:a16="http://schemas.microsoft.com/office/drawing/2014/main" id="{2C324365-FBBE-3371-C007-C7FCE9B10387}"/>
                    </a:ext>
                  </a:extLst>
                </p:cNvPr>
                <p:cNvSpPr txBox="1"/>
                <p:nvPr/>
              </p:nvSpPr>
              <p:spPr>
                <a:xfrm>
                  <a:off x="2092337" y="2993075"/>
                  <a:ext cx="127217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</a:p>
              </p:txBody>
            </p:sp>
            <p:sp>
              <p:nvSpPr>
                <p:cNvPr id="56" name="Day">
                  <a:extLst>
                    <a:ext uri="{FF2B5EF4-FFF2-40B4-BE49-F238E27FC236}">
                      <a16:creationId xmlns:a16="http://schemas.microsoft.com/office/drawing/2014/main" id="{F3C4846C-64EC-7013-86EB-1DD6EF5C0203}"/>
                    </a:ext>
                  </a:extLst>
                </p:cNvPr>
                <p:cNvSpPr txBox="1"/>
                <p:nvPr/>
              </p:nvSpPr>
              <p:spPr>
                <a:xfrm>
                  <a:off x="2083431" y="3200229"/>
                  <a:ext cx="145029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</a:p>
              </p:txBody>
            </p:sp>
            <p:sp>
              <p:nvSpPr>
                <p:cNvPr id="57" name="Day">
                  <a:extLst>
                    <a:ext uri="{FF2B5EF4-FFF2-40B4-BE49-F238E27FC236}">
                      <a16:creationId xmlns:a16="http://schemas.microsoft.com/office/drawing/2014/main" id="{B63057C1-7033-D8B6-1436-D8CFC898E5CD}"/>
                    </a:ext>
                  </a:extLst>
                </p:cNvPr>
                <p:cNvSpPr txBox="1"/>
                <p:nvPr/>
              </p:nvSpPr>
              <p:spPr>
                <a:xfrm>
                  <a:off x="2384497" y="2578764"/>
                  <a:ext cx="73788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5</a:t>
                  </a:r>
                </a:p>
              </p:txBody>
            </p:sp>
            <p:sp>
              <p:nvSpPr>
                <p:cNvPr id="58" name="Day">
                  <a:extLst>
                    <a:ext uri="{FF2B5EF4-FFF2-40B4-BE49-F238E27FC236}">
                      <a16:creationId xmlns:a16="http://schemas.microsoft.com/office/drawing/2014/main" id="{E4F823F3-8E09-1D93-F70E-6381ECB9A086}"/>
                    </a:ext>
                  </a:extLst>
                </p:cNvPr>
                <p:cNvSpPr txBox="1"/>
                <p:nvPr/>
              </p:nvSpPr>
              <p:spPr>
                <a:xfrm>
                  <a:off x="2359049" y="2785918"/>
                  <a:ext cx="124675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</a:p>
              </p:txBody>
            </p:sp>
            <p:sp>
              <p:nvSpPr>
                <p:cNvPr id="59" name="Day">
                  <a:extLst>
                    <a:ext uri="{FF2B5EF4-FFF2-40B4-BE49-F238E27FC236}">
                      <a16:creationId xmlns:a16="http://schemas.microsoft.com/office/drawing/2014/main" id="{E26A554F-821A-9878-EA91-1AA45165D852}"/>
                    </a:ext>
                  </a:extLst>
                </p:cNvPr>
                <p:cNvSpPr txBox="1"/>
                <p:nvPr/>
              </p:nvSpPr>
              <p:spPr>
                <a:xfrm>
                  <a:off x="2357776" y="2993075"/>
                  <a:ext cx="127217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</a:p>
              </p:txBody>
            </p:sp>
            <p:sp>
              <p:nvSpPr>
                <p:cNvPr id="60" name="Day">
                  <a:extLst>
                    <a:ext uri="{FF2B5EF4-FFF2-40B4-BE49-F238E27FC236}">
                      <a16:creationId xmlns:a16="http://schemas.microsoft.com/office/drawing/2014/main" id="{B5AFBCC2-9633-9363-A661-8A0E6BC4C087}"/>
                    </a:ext>
                  </a:extLst>
                </p:cNvPr>
                <p:cNvSpPr txBox="1"/>
                <p:nvPr/>
              </p:nvSpPr>
              <p:spPr>
                <a:xfrm>
                  <a:off x="2348873" y="3200229"/>
                  <a:ext cx="145029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</a:p>
              </p:txBody>
            </p:sp>
            <p:sp>
              <p:nvSpPr>
                <p:cNvPr id="61" name="Day">
                  <a:extLst>
                    <a:ext uri="{FF2B5EF4-FFF2-40B4-BE49-F238E27FC236}">
                      <a16:creationId xmlns:a16="http://schemas.microsoft.com/office/drawing/2014/main" id="{F113A7CE-A73F-BD5C-6E6F-466B71C3A920}"/>
                    </a:ext>
                  </a:extLst>
                </p:cNvPr>
                <p:cNvSpPr txBox="1"/>
                <p:nvPr/>
              </p:nvSpPr>
              <p:spPr>
                <a:xfrm>
                  <a:off x="791825" y="2785918"/>
                  <a:ext cx="73788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6</a:t>
                  </a:r>
                </a:p>
              </p:txBody>
            </p:sp>
            <p:sp>
              <p:nvSpPr>
                <p:cNvPr id="62" name="Day">
                  <a:extLst>
                    <a:ext uri="{FF2B5EF4-FFF2-40B4-BE49-F238E27FC236}">
                      <a16:creationId xmlns:a16="http://schemas.microsoft.com/office/drawing/2014/main" id="{C6507BF3-0F31-AD67-A408-91F5B0F3D822}"/>
                    </a:ext>
                  </a:extLst>
                </p:cNvPr>
                <p:cNvSpPr txBox="1"/>
                <p:nvPr/>
              </p:nvSpPr>
              <p:spPr>
                <a:xfrm>
                  <a:off x="763838" y="2993075"/>
                  <a:ext cx="129763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13</a:t>
                  </a:r>
                </a:p>
              </p:txBody>
            </p:sp>
            <p:sp>
              <p:nvSpPr>
                <p:cNvPr id="63" name="Day">
                  <a:extLst>
                    <a:ext uri="{FF2B5EF4-FFF2-40B4-BE49-F238E27FC236}">
                      <a16:creationId xmlns:a16="http://schemas.microsoft.com/office/drawing/2014/main" id="{9B18E288-B73B-6DB5-515C-712F552E7703}"/>
                    </a:ext>
                  </a:extLst>
                </p:cNvPr>
                <p:cNvSpPr txBox="1"/>
                <p:nvPr/>
              </p:nvSpPr>
              <p:spPr>
                <a:xfrm>
                  <a:off x="756205" y="3200229"/>
                  <a:ext cx="145029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</a:p>
              </p:txBody>
            </p:sp>
            <p:sp>
              <p:nvSpPr>
                <p:cNvPr id="64" name="Day">
                  <a:extLst>
                    <a:ext uri="{FF2B5EF4-FFF2-40B4-BE49-F238E27FC236}">
                      <a16:creationId xmlns:a16="http://schemas.microsoft.com/office/drawing/2014/main" id="{C0A5ACF4-E826-32BB-F946-96783C4C498B}"/>
                    </a:ext>
                  </a:extLst>
                </p:cNvPr>
                <p:cNvSpPr txBox="1"/>
                <p:nvPr/>
              </p:nvSpPr>
              <p:spPr>
                <a:xfrm>
                  <a:off x="760022" y="3407382"/>
                  <a:ext cx="137395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</a:p>
              </p:txBody>
            </p:sp>
            <p:sp>
              <p:nvSpPr>
                <p:cNvPr id="65" name="Day">
                  <a:extLst>
                    <a:ext uri="{FF2B5EF4-FFF2-40B4-BE49-F238E27FC236}">
                      <a16:creationId xmlns:a16="http://schemas.microsoft.com/office/drawing/2014/main" id="{559B31D0-B399-D174-F5FB-88716628AEE1}"/>
                    </a:ext>
                  </a:extLst>
                </p:cNvPr>
                <p:cNvSpPr txBox="1"/>
                <p:nvPr/>
              </p:nvSpPr>
              <p:spPr>
                <a:xfrm>
                  <a:off x="1061089" y="2785918"/>
                  <a:ext cx="66153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7</a:t>
                  </a:r>
                </a:p>
              </p:txBody>
            </p:sp>
            <p:sp>
              <p:nvSpPr>
                <p:cNvPr id="66" name="Day">
                  <a:extLst>
                    <a:ext uri="{FF2B5EF4-FFF2-40B4-BE49-F238E27FC236}">
                      <a16:creationId xmlns:a16="http://schemas.microsoft.com/office/drawing/2014/main" id="{2790D5BC-7491-B5C6-E198-1753B99CC6BA}"/>
                    </a:ext>
                  </a:extLst>
                </p:cNvPr>
                <p:cNvSpPr txBox="1"/>
                <p:nvPr/>
              </p:nvSpPr>
              <p:spPr>
                <a:xfrm>
                  <a:off x="1029282" y="2993075"/>
                  <a:ext cx="129763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</a:p>
              </p:txBody>
            </p:sp>
            <p:sp>
              <p:nvSpPr>
                <p:cNvPr id="67" name="Day">
                  <a:extLst>
                    <a:ext uri="{FF2B5EF4-FFF2-40B4-BE49-F238E27FC236}">
                      <a16:creationId xmlns:a16="http://schemas.microsoft.com/office/drawing/2014/main" id="{673190CC-2B14-A3A0-7BDB-6CA38DD24352}"/>
                    </a:ext>
                  </a:extLst>
                </p:cNvPr>
                <p:cNvSpPr txBox="1"/>
                <p:nvPr/>
              </p:nvSpPr>
              <p:spPr>
                <a:xfrm>
                  <a:off x="1031825" y="3200229"/>
                  <a:ext cx="124675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</a:p>
              </p:txBody>
            </p:sp>
            <p:sp>
              <p:nvSpPr>
                <p:cNvPr id="70" name="Day">
                  <a:extLst>
                    <a:ext uri="{FF2B5EF4-FFF2-40B4-BE49-F238E27FC236}">
                      <a16:creationId xmlns:a16="http://schemas.microsoft.com/office/drawing/2014/main" id="{4F789A52-F9B3-3F52-1D5D-3B25949B524A}"/>
                    </a:ext>
                  </a:extLst>
                </p:cNvPr>
                <p:cNvSpPr txBox="1"/>
                <p:nvPr/>
              </p:nvSpPr>
              <p:spPr>
                <a:xfrm>
                  <a:off x="1021650" y="3407382"/>
                  <a:ext cx="145029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</a:p>
              </p:txBody>
            </p:sp>
            <p:sp>
              <p:nvSpPr>
                <p:cNvPr id="71" name="Day">
                  <a:extLst>
                    <a:ext uri="{FF2B5EF4-FFF2-40B4-BE49-F238E27FC236}">
                      <a16:creationId xmlns:a16="http://schemas.microsoft.com/office/drawing/2014/main" id="{4AE14B03-BB6A-CCFD-9C6C-50DEAEEC196E}"/>
                    </a:ext>
                  </a:extLst>
                </p:cNvPr>
                <p:cNvSpPr txBox="1"/>
                <p:nvPr/>
              </p:nvSpPr>
              <p:spPr>
                <a:xfrm>
                  <a:off x="1332892" y="2578764"/>
                  <a:ext cx="53433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</a:t>
                  </a:r>
                </a:p>
              </p:txBody>
            </p:sp>
            <p:sp>
              <p:nvSpPr>
                <p:cNvPr id="72" name="Day">
                  <a:extLst>
                    <a:ext uri="{FF2B5EF4-FFF2-40B4-BE49-F238E27FC236}">
                      <a16:creationId xmlns:a16="http://schemas.microsoft.com/office/drawing/2014/main" id="{B1D99D96-0CEC-0503-FA91-EA91C328D991}"/>
                    </a:ext>
                  </a:extLst>
                </p:cNvPr>
                <p:cNvSpPr txBox="1"/>
                <p:nvPr/>
              </p:nvSpPr>
              <p:spPr>
                <a:xfrm>
                  <a:off x="1322715" y="2785918"/>
                  <a:ext cx="73788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8</a:t>
                  </a:r>
                </a:p>
              </p:txBody>
            </p:sp>
            <p:sp>
              <p:nvSpPr>
                <p:cNvPr id="75" name="Day">
                  <a:extLst>
                    <a:ext uri="{FF2B5EF4-FFF2-40B4-BE49-F238E27FC236}">
                      <a16:creationId xmlns:a16="http://schemas.microsoft.com/office/drawing/2014/main" id="{85AEF107-428E-E192-EDDC-2728D4D5B8EA}"/>
                    </a:ext>
                  </a:extLst>
                </p:cNvPr>
                <p:cNvSpPr txBox="1"/>
                <p:nvPr/>
              </p:nvSpPr>
              <p:spPr>
                <a:xfrm>
                  <a:off x="1296000" y="2993075"/>
                  <a:ext cx="127217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</a:p>
              </p:txBody>
            </p:sp>
            <p:sp>
              <p:nvSpPr>
                <p:cNvPr id="76" name="Day">
                  <a:extLst>
                    <a:ext uri="{FF2B5EF4-FFF2-40B4-BE49-F238E27FC236}">
                      <a16:creationId xmlns:a16="http://schemas.microsoft.com/office/drawing/2014/main" id="{81E42A18-CFB0-7185-D600-4D1A84E6F7AB}"/>
                    </a:ext>
                  </a:extLst>
                </p:cNvPr>
                <p:cNvSpPr txBox="1"/>
                <p:nvPr/>
              </p:nvSpPr>
              <p:spPr>
                <a:xfrm>
                  <a:off x="1288367" y="3200229"/>
                  <a:ext cx="142485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</a:p>
              </p:txBody>
            </p:sp>
            <p:sp>
              <p:nvSpPr>
                <p:cNvPr id="77" name="Day">
                  <a:extLst>
                    <a:ext uri="{FF2B5EF4-FFF2-40B4-BE49-F238E27FC236}">
                      <a16:creationId xmlns:a16="http://schemas.microsoft.com/office/drawing/2014/main" id="{B2B6A5AF-FF1A-D097-E739-F51759BE16A3}"/>
                    </a:ext>
                  </a:extLst>
                </p:cNvPr>
                <p:cNvSpPr txBox="1"/>
                <p:nvPr/>
              </p:nvSpPr>
              <p:spPr>
                <a:xfrm>
                  <a:off x="1287094" y="3407382"/>
                  <a:ext cx="145029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29</a:t>
                  </a:r>
                </a:p>
              </p:txBody>
            </p:sp>
            <p:sp>
              <p:nvSpPr>
                <p:cNvPr id="78" name="Day">
                  <a:extLst>
                    <a:ext uri="{FF2B5EF4-FFF2-40B4-BE49-F238E27FC236}">
                      <a16:creationId xmlns:a16="http://schemas.microsoft.com/office/drawing/2014/main" id="{602BBC15-399C-02FE-9029-CCCEA43DC2AF}"/>
                    </a:ext>
                  </a:extLst>
                </p:cNvPr>
                <p:cNvSpPr txBox="1"/>
                <p:nvPr/>
              </p:nvSpPr>
              <p:spPr>
                <a:xfrm>
                  <a:off x="1589435" y="2578764"/>
                  <a:ext cx="71242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</a:t>
                  </a:r>
                </a:p>
              </p:txBody>
            </p:sp>
            <p:sp>
              <p:nvSpPr>
                <p:cNvPr id="84" name="Day">
                  <a:extLst>
                    <a:ext uri="{FF2B5EF4-FFF2-40B4-BE49-F238E27FC236}">
                      <a16:creationId xmlns:a16="http://schemas.microsoft.com/office/drawing/2014/main" id="{7B3E67E8-F3F6-6C9C-BC1F-0CE8FF8E866C}"/>
                    </a:ext>
                  </a:extLst>
                </p:cNvPr>
                <p:cNvSpPr txBox="1"/>
                <p:nvPr/>
              </p:nvSpPr>
              <p:spPr>
                <a:xfrm>
                  <a:off x="1588160" y="2785918"/>
                  <a:ext cx="73788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9</a:t>
                  </a:r>
                </a:p>
              </p:txBody>
            </p:sp>
            <p:sp>
              <p:nvSpPr>
                <p:cNvPr id="91" name="Day">
                  <a:extLst>
                    <a:ext uri="{FF2B5EF4-FFF2-40B4-BE49-F238E27FC236}">
                      <a16:creationId xmlns:a16="http://schemas.microsoft.com/office/drawing/2014/main" id="{33D387C5-7C21-835D-3191-C144EA2E91C3}"/>
                    </a:ext>
                  </a:extLst>
                </p:cNvPr>
                <p:cNvSpPr txBox="1"/>
                <p:nvPr/>
              </p:nvSpPr>
              <p:spPr>
                <a:xfrm>
                  <a:off x="1561444" y="2993075"/>
                  <a:ext cx="127219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16</a:t>
                  </a:r>
                </a:p>
              </p:txBody>
            </p:sp>
            <p:sp>
              <p:nvSpPr>
                <p:cNvPr id="92" name="Day">
                  <a:extLst>
                    <a:ext uri="{FF2B5EF4-FFF2-40B4-BE49-F238E27FC236}">
                      <a16:creationId xmlns:a16="http://schemas.microsoft.com/office/drawing/2014/main" id="{94047821-B335-0CD4-4840-B019C15675FA}"/>
                    </a:ext>
                  </a:extLst>
                </p:cNvPr>
                <p:cNvSpPr txBox="1"/>
                <p:nvPr/>
              </p:nvSpPr>
              <p:spPr>
                <a:xfrm>
                  <a:off x="1551268" y="3200229"/>
                  <a:ext cx="147574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</a:p>
              </p:txBody>
            </p:sp>
            <p:sp>
              <p:nvSpPr>
                <p:cNvPr id="93" name="Day">
                  <a:extLst>
                    <a:ext uri="{FF2B5EF4-FFF2-40B4-BE49-F238E27FC236}">
                      <a16:creationId xmlns:a16="http://schemas.microsoft.com/office/drawing/2014/main" id="{66D5D5D0-A89C-8762-E311-A8751324659B}"/>
                    </a:ext>
                  </a:extLst>
                </p:cNvPr>
                <p:cNvSpPr txBox="1"/>
                <p:nvPr/>
              </p:nvSpPr>
              <p:spPr>
                <a:xfrm>
                  <a:off x="1549995" y="3407382"/>
                  <a:ext cx="150118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30</a:t>
                  </a:r>
                </a:p>
              </p:txBody>
            </p:sp>
            <p:sp>
              <p:nvSpPr>
                <p:cNvPr id="94" name="Day">
                  <a:extLst>
                    <a:ext uri="{FF2B5EF4-FFF2-40B4-BE49-F238E27FC236}">
                      <a16:creationId xmlns:a16="http://schemas.microsoft.com/office/drawing/2014/main" id="{FB11AD68-37DB-8958-8BF1-402512181240}"/>
                    </a:ext>
                  </a:extLst>
                </p:cNvPr>
                <p:cNvSpPr txBox="1"/>
                <p:nvPr/>
              </p:nvSpPr>
              <p:spPr>
                <a:xfrm>
                  <a:off x="1852333" y="2578764"/>
                  <a:ext cx="76330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3</a:t>
                  </a:r>
                </a:p>
              </p:txBody>
            </p:sp>
            <p:sp>
              <p:nvSpPr>
                <p:cNvPr id="95" name="Day">
                  <a:extLst>
                    <a:ext uri="{FF2B5EF4-FFF2-40B4-BE49-F238E27FC236}">
                      <a16:creationId xmlns:a16="http://schemas.microsoft.com/office/drawing/2014/main" id="{C231846B-12EC-CB89-16C3-51BB5B3DD8D9}"/>
                    </a:ext>
                  </a:extLst>
                </p:cNvPr>
                <p:cNvSpPr txBox="1"/>
                <p:nvPr/>
              </p:nvSpPr>
              <p:spPr>
                <a:xfrm>
                  <a:off x="1826889" y="2785918"/>
                  <a:ext cx="127217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</a:p>
              </p:txBody>
            </p:sp>
            <p:sp>
              <p:nvSpPr>
                <p:cNvPr id="96" name="Day">
                  <a:extLst>
                    <a:ext uri="{FF2B5EF4-FFF2-40B4-BE49-F238E27FC236}">
                      <a16:creationId xmlns:a16="http://schemas.microsoft.com/office/drawing/2014/main" id="{599A5994-6BAA-9377-B613-252CAD32D00C}"/>
                    </a:ext>
                  </a:extLst>
                </p:cNvPr>
                <p:cNvSpPr txBox="1"/>
                <p:nvPr/>
              </p:nvSpPr>
              <p:spPr>
                <a:xfrm>
                  <a:off x="1830705" y="2993075"/>
                  <a:ext cx="119586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</a:p>
              </p:txBody>
            </p:sp>
            <p:sp>
              <p:nvSpPr>
                <p:cNvPr id="97" name="Day">
                  <a:extLst>
                    <a:ext uri="{FF2B5EF4-FFF2-40B4-BE49-F238E27FC236}">
                      <a16:creationId xmlns:a16="http://schemas.microsoft.com/office/drawing/2014/main" id="{E74378DF-998A-9C13-E7E4-695A0E504807}"/>
                    </a:ext>
                  </a:extLst>
                </p:cNvPr>
                <p:cNvSpPr txBox="1"/>
                <p:nvPr/>
              </p:nvSpPr>
              <p:spPr>
                <a:xfrm>
                  <a:off x="1816714" y="3200229"/>
                  <a:ext cx="147574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</a:p>
              </p:txBody>
            </p:sp>
            <p:sp>
              <p:nvSpPr>
                <p:cNvPr id="99" name="Day">
                  <a:extLst>
                    <a:ext uri="{FF2B5EF4-FFF2-40B4-BE49-F238E27FC236}">
                      <a16:creationId xmlns:a16="http://schemas.microsoft.com/office/drawing/2014/main" id="{051E7245-61A7-F563-5161-435C459A844B}"/>
                    </a:ext>
                  </a:extLst>
                </p:cNvPr>
                <p:cNvSpPr txBox="1"/>
                <p:nvPr/>
              </p:nvSpPr>
              <p:spPr>
                <a:xfrm>
                  <a:off x="1825618" y="3407382"/>
                  <a:ext cx="129763" cy="1465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600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31</a:t>
                  </a:r>
                </a:p>
              </p:txBody>
            </p:sp>
          </p:grpSp>
          <p:grpSp>
            <p:nvGrpSpPr>
              <p:cNvPr id="41" name="Weekdays">
                <a:extLst>
                  <a:ext uri="{FF2B5EF4-FFF2-40B4-BE49-F238E27FC236}">
                    <a16:creationId xmlns:a16="http://schemas.microsoft.com/office/drawing/2014/main" id="{6B0A9767-6330-542B-B349-2FDDC356C569}"/>
                  </a:ext>
                </a:extLst>
              </p:cNvPr>
              <p:cNvGrpSpPr/>
              <p:nvPr/>
            </p:nvGrpSpPr>
            <p:grpSpPr>
              <a:xfrm>
                <a:off x="768300" y="2377284"/>
                <a:ext cx="1694736" cy="146554"/>
                <a:chOff x="776559" y="2380599"/>
                <a:chExt cx="1694736" cy="146554"/>
              </a:xfrm>
            </p:grpSpPr>
            <p:sp>
              <p:nvSpPr>
                <p:cNvPr id="46" name="Monday">
                  <a:extLst>
                    <a:ext uri="{FF2B5EF4-FFF2-40B4-BE49-F238E27FC236}">
                      <a16:creationId xmlns:a16="http://schemas.microsoft.com/office/drawing/2014/main" id="{943A2BB0-D3DA-88C5-0BF5-DFC9CEE76F2A}"/>
                    </a:ext>
                  </a:extLst>
                </p:cNvPr>
                <p:cNvSpPr txBox="1"/>
                <p:nvPr/>
              </p:nvSpPr>
              <p:spPr>
                <a:xfrm>
                  <a:off x="776559" y="2380599"/>
                  <a:ext cx="104320" cy="146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600" b="1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일</a:t>
                  </a:r>
                  <a:endParaRPr lang="en-US" sz="600" b="1" noProof="1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47" name="Tuesday">
                  <a:extLst>
                    <a:ext uri="{FF2B5EF4-FFF2-40B4-BE49-F238E27FC236}">
                      <a16:creationId xmlns:a16="http://schemas.microsoft.com/office/drawing/2014/main" id="{1FE10914-77EB-C41D-78C1-18F8CD80BB85}"/>
                    </a:ext>
                  </a:extLst>
                </p:cNvPr>
                <p:cNvSpPr txBox="1"/>
                <p:nvPr/>
              </p:nvSpPr>
              <p:spPr>
                <a:xfrm>
                  <a:off x="1042003" y="2380599"/>
                  <a:ext cx="104320" cy="146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600" b="1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월</a:t>
                  </a:r>
                  <a:endParaRPr lang="en-US" sz="600" b="1" noProof="1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48" name="Wednesday">
                  <a:extLst>
                    <a:ext uri="{FF2B5EF4-FFF2-40B4-BE49-F238E27FC236}">
                      <a16:creationId xmlns:a16="http://schemas.microsoft.com/office/drawing/2014/main" id="{2A7225D1-7F4B-104D-67F2-9141D7340742}"/>
                    </a:ext>
                  </a:extLst>
                </p:cNvPr>
                <p:cNvSpPr txBox="1"/>
                <p:nvPr/>
              </p:nvSpPr>
              <p:spPr>
                <a:xfrm>
                  <a:off x="1303228" y="2380599"/>
                  <a:ext cx="104320" cy="146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600" b="1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화</a:t>
                  </a:r>
                  <a:endParaRPr lang="en-US" sz="600" b="1" noProof="1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49" name="Thursday">
                  <a:extLst>
                    <a:ext uri="{FF2B5EF4-FFF2-40B4-BE49-F238E27FC236}">
                      <a16:creationId xmlns:a16="http://schemas.microsoft.com/office/drawing/2014/main" id="{1B8AC54B-4856-B095-6F7A-C7A4ED5D64B9}"/>
                    </a:ext>
                  </a:extLst>
                </p:cNvPr>
                <p:cNvSpPr txBox="1"/>
                <p:nvPr/>
              </p:nvSpPr>
              <p:spPr>
                <a:xfrm>
                  <a:off x="1577559" y="2380599"/>
                  <a:ext cx="104320" cy="146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600" b="1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수</a:t>
                  </a:r>
                  <a:endParaRPr lang="en-US" sz="600" b="1" noProof="1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50" name="Friday">
                  <a:extLst>
                    <a:ext uri="{FF2B5EF4-FFF2-40B4-BE49-F238E27FC236}">
                      <a16:creationId xmlns:a16="http://schemas.microsoft.com/office/drawing/2014/main" id="{D884552C-844D-B3CA-92A3-98AD00EDD69F}"/>
                    </a:ext>
                  </a:extLst>
                </p:cNvPr>
                <p:cNvSpPr txBox="1"/>
                <p:nvPr/>
              </p:nvSpPr>
              <p:spPr>
                <a:xfrm>
                  <a:off x="1838785" y="2380599"/>
                  <a:ext cx="104320" cy="146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600" b="1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목</a:t>
                  </a:r>
                  <a:endParaRPr lang="en-US" sz="600" b="1" noProof="1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51" name="Saturday">
                  <a:extLst>
                    <a:ext uri="{FF2B5EF4-FFF2-40B4-BE49-F238E27FC236}">
                      <a16:creationId xmlns:a16="http://schemas.microsoft.com/office/drawing/2014/main" id="{99F0C062-92C9-E358-027D-11AA912B7BF7}"/>
                    </a:ext>
                  </a:extLst>
                </p:cNvPr>
                <p:cNvSpPr txBox="1"/>
                <p:nvPr/>
              </p:nvSpPr>
              <p:spPr>
                <a:xfrm>
                  <a:off x="2100010" y="2380599"/>
                  <a:ext cx="104320" cy="146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600" b="1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금</a:t>
                  </a:r>
                  <a:endParaRPr lang="en-US" sz="600" b="1" noProof="1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52" name="Sunday">
                  <a:extLst>
                    <a:ext uri="{FF2B5EF4-FFF2-40B4-BE49-F238E27FC236}">
                      <a16:creationId xmlns:a16="http://schemas.microsoft.com/office/drawing/2014/main" id="{18267EE2-7DF9-3EF5-C463-5C5245FBBB7C}"/>
                    </a:ext>
                  </a:extLst>
                </p:cNvPr>
                <p:cNvSpPr txBox="1"/>
                <p:nvPr/>
              </p:nvSpPr>
              <p:spPr>
                <a:xfrm>
                  <a:off x="2366975" y="2380599"/>
                  <a:ext cx="104320" cy="146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600" b="1" noProof="1">
                      <a:solidFill>
                        <a:srgbClr val="5F5F5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토</a:t>
                  </a:r>
                  <a:endParaRPr lang="en-US" sz="600" b="1" noProof="1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p:grpSp>
          <p:sp>
            <p:nvSpPr>
              <p:cNvPr id="42" name="Selection Overlay">
                <a:extLst>
                  <a:ext uri="{FF2B5EF4-FFF2-40B4-BE49-F238E27FC236}">
                    <a16:creationId xmlns:a16="http://schemas.microsoft.com/office/drawing/2014/main" id="{257BF477-FC7E-B1F7-B346-516D42BF7E25}"/>
                  </a:ext>
                </a:extLst>
              </p:cNvPr>
              <p:cNvSpPr/>
              <p:nvPr/>
            </p:nvSpPr>
            <p:spPr>
              <a:xfrm>
                <a:off x="2283619" y="2755681"/>
                <a:ext cx="240506" cy="196858"/>
              </a:xfrm>
              <a:prstGeom prst="rect">
                <a:avLst/>
              </a:prstGeom>
              <a:solidFill>
                <a:srgbClr val="5B9BD5">
                  <a:alpha val="21961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43" name="Month">
                <a:extLst>
                  <a:ext uri="{FF2B5EF4-FFF2-40B4-BE49-F238E27FC236}">
                    <a16:creationId xmlns:a16="http://schemas.microsoft.com/office/drawing/2014/main" id="{FCF7C69B-A570-BC2A-7A15-E19DA655DB5A}"/>
                  </a:ext>
                </a:extLst>
              </p:cNvPr>
              <p:cNvSpPr txBox="1"/>
              <p:nvPr/>
            </p:nvSpPr>
            <p:spPr>
              <a:xfrm>
                <a:off x="599046" y="2089682"/>
                <a:ext cx="341352" cy="263798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600" dirty="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◀</a:t>
                </a:r>
                <a:endParaRPr lang="en-US" sz="600" dirty="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45" name="Month">
                <a:extLst>
                  <a:ext uri="{FF2B5EF4-FFF2-40B4-BE49-F238E27FC236}">
                    <a16:creationId xmlns:a16="http://schemas.microsoft.com/office/drawing/2014/main" id="{293DDF42-A5C7-A273-B477-C361C630A92A}"/>
                  </a:ext>
                </a:extLst>
              </p:cNvPr>
              <p:cNvSpPr txBox="1"/>
              <p:nvPr/>
            </p:nvSpPr>
            <p:spPr>
              <a:xfrm>
                <a:off x="2260961" y="2089682"/>
                <a:ext cx="341352" cy="263798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600" dirty="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▶</a:t>
                </a:r>
                <a:endParaRPr lang="en-US" sz="600" dirty="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77C030A-2B00-F43A-E57B-0C5D72F1BEFD}"/>
                </a:ext>
              </a:extLst>
            </p:cNvPr>
            <p:cNvGrpSpPr/>
            <p:nvPr/>
          </p:nvGrpSpPr>
          <p:grpSpPr>
            <a:xfrm>
              <a:off x="5225380" y="5199183"/>
              <a:ext cx="350899" cy="854915"/>
              <a:chOff x="5281067" y="5229045"/>
              <a:chExt cx="350899" cy="854915"/>
            </a:xfrm>
          </p:grpSpPr>
          <p:sp>
            <p:nvSpPr>
              <p:cNvPr id="17" name="Hour">
                <a:extLst>
                  <a:ext uri="{FF2B5EF4-FFF2-40B4-BE49-F238E27FC236}">
                    <a16:creationId xmlns:a16="http://schemas.microsoft.com/office/drawing/2014/main" id="{35182DD5-B607-E714-4521-60439CF581E4}"/>
                  </a:ext>
                </a:extLst>
              </p:cNvPr>
              <p:cNvSpPr/>
              <p:nvPr/>
            </p:nvSpPr>
            <p:spPr>
              <a:xfrm>
                <a:off x="5281067" y="5229045"/>
                <a:ext cx="350899" cy="22467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600" dirty="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00:00</a:t>
                </a:r>
                <a:endParaRPr lang="en-US" sz="600" dirty="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21" name="Hour">
                <a:extLst>
                  <a:ext uri="{FF2B5EF4-FFF2-40B4-BE49-F238E27FC236}">
                    <a16:creationId xmlns:a16="http://schemas.microsoft.com/office/drawing/2014/main" id="{12D0AA94-5B7B-8584-11B8-AD58354CEB88}"/>
                  </a:ext>
                </a:extLst>
              </p:cNvPr>
              <p:cNvSpPr/>
              <p:nvPr/>
            </p:nvSpPr>
            <p:spPr>
              <a:xfrm>
                <a:off x="5281067" y="5435974"/>
                <a:ext cx="350899" cy="224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600" dirty="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01:00</a:t>
                </a:r>
                <a:endParaRPr lang="en-US" sz="600" dirty="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4" name="Hour">
                <a:extLst>
                  <a:ext uri="{FF2B5EF4-FFF2-40B4-BE49-F238E27FC236}">
                    <a16:creationId xmlns:a16="http://schemas.microsoft.com/office/drawing/2014/main" id="{991E85FE-24F9-1354-A5C5-B79DA179A131}"/>
                  </a:ext>
                </a:extLst>
              </p:cNvPr>
              <p:cNvSpPr/>
              <p:nvPr/>
            </p:nvSpPr>
            <p:spPr>
              <a:xfrm>
                <a:off x="5281067" y="5648007"/>
                <a:ext cx="350899" cy="224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600" dirty="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02:00</a:t>
                </a:r>
                <a:endParaRPr lang="en-US" sz="600" dirty="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7" name="Hour">
                <a:extLst>
                  <a:ext uri="{FF2B5EF4-FFF2-40B4-BE49-F238E27FC236}">
                    <a16:creationId xmlns:a16="http://schemas.microsoft.com/office/drawing/2014/main" id="{FC8557E6-DCC0-F472-0381-3909462A7C9F}"/>
                  </a:ext>
                </a:extLst>
              </p:cNvPr>
              <p:cNvSpPr/>
              <p:nvPr/>
            </p:nvSpPr>
            <p:spPr>
              <a:xfrm>
                <a:off x="5281067" y="5859288"/>
                <a:ext cx="350899" cy="224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600" dirty="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03:00</a:t>
                </a:r>
                <a:endParaRPr lang="en-US" sz="600" dirty="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15" name="Month">
              <a:extLst>
                <a:ext uri="{FF2B5EF4-FFF2-40B4-BE49-F238E27FC236}">
                  <a16:creationId xmlns:a16="http://schemas.microsoft.com/office/drawing/2014/main" id="{8E775600-CE9F-DFFE-99D2-DD96116112EA}"/>
                </a:ext>
              </a:extLst>
            </p:cNvPr>
            <p:cNvSpPr txBox="1"/>
            <p:nvPr/>
          </p:nvSpPr>
          <p:spPr>
            <a:xfrm>
              <a:off x="5293075" y="5000623"/>
              <a:ext cx="199359" cy="175976"/>
            </a:xfrm>
            <a:prstGeom prst="rect">
              <a:avLst/>
            </a:prstGeom>
            <a:noFill/>
          </p:spPr>
          <p:txBody>
            <a:bodyPr wrap="none" lIns="36000" tIns="0" rIns="36000" bIns="36576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600" dirty="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▲</a:t>
              </a:r>
              <a:endParaRPr lang="en-US" sz="600" dirty="0">
                <a:solidFill>
                  <a:srgbClr val="5F5F5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6" name="Month">
              <a:extLst>
                <a:ext uri="{FF2B5EF4-FFF2-40B4-BE49-F238E27FC236}">
                  <a16:creationId xmlns:a16="http://schemas.microsoft.com/office/drawing/2014/main" id="{FF832029-2AC9-5B7D-6E09-E78F54BE74B4}"/>
                </a:ext>
              </a:extLst>
            </p:cNvPr>
            <p:cNvSpPr txBox="1"/>
            <p:nvPr/>
          </p:nvSpPr>
          <p:spPr>
            <a:xfrm>
              <a:off x="5293075" y="6077225"/>
              <a:ext cx="199359" cy="175976"/>
            </a:xfrm>
            <a:prstGeom prst="rect">
              <a:avLst/>
            </a:prstGeom>
            <a:noFill/>
          </p:spPr>
          <p:txBody>
            <a:bodyPr wrap="none" lIns="36000" tIns="0" rIns="36000" bIns="36576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600" dirty="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▼</a:t>
              </a:r>
              <a:endParaRPr lang="en-US" sz="600" dirty="0">
                <a:solidFill>
                  <a:srgbClr val="5F5F5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15" name="모서리가 둥근 직사각형 29">
            <a:extLst>
              <a:ext uri="{FF2B5EF4-FFF2-40B4-BE49-F238E27FC236}">
                <a16:creationId xmlns:a16="http://schemas.microsoft.com/office/drawing/2014/main" id="{17A877E5-FD6A-2C6F-33CF-83B47D8528A2}"/>
              </a:ext>
            </a:extLst>
          </p:cNvPr>
          <p:cNvSpPr/>
          <p:nvPr/>
        </p:nvSpPr>
        <p:spPr>
          <a:xfrm>
            <a:off x="8531091" y="1497080"/>
            <a:ext cx="457425" cy="215444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pc="-8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검색</a:t>
            </a: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4805E49F-81A9-5C07-7A43-94370518C269}"/>
              </a:ext>
            </a:extLst>
          </p:cNvPr>
          <p:cNvSpPr/>
          <p:nvPr/>
        </p:nvSpPr>
        <p:spPr>
          <a:xfrm>
            <a:off x="8420883" y="1375156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221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466A2-7D1A-3557-7EC6-D442C142F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E6274A-38E4-D7F7-B2C8-137EA45C0E4E}"/>
              </a:ext>
            </a:extLst>
          </p:cNvPr>
          <p:cNvSpPr txBox="1"/>
          <p:nvPr/>
        </p:nvSpPr>
        <p:spPr>
          <a:xfrm>
            <a:off x="695325" y="1921062"/>
            <a:ext cx="2698816" cy="553998"/>
          </a:xfrm>
          <a:prstGeom prst="rect">
            <a:avLst/>
          </a:prstGeom>
          <a:noFill/>
        </p:spPr>
        <p:txBody>
          <a:bodyPr wrap="none" lIns="0" tIns="0" bIns="0" rtlCol="0">
            <a:spAutoFit/>
          </a:bodyPr>
          <a:lstStyle/>
          <a:p>
            <a:r>
              <a:rPr lang="ko-KR" altLang="en-US" sz="3600" b="1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 정보 관리</a:t>
            </a:r>
            <a:endParaRPr lang="en-US" altLang="ko-KR" sz="3600" b="1" dirty="0">
              <a:solidFill>
                <a:srgbClr val="514B4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8954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39EC3-9E2B-8445-BBBA-75E40BCF8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14C9758-E394-DE96-F1F4-AB8D1DD144D9}"/>
              </a:ext>
            </a:extLst>
          </p:cNvPr>
          <p:cNvGraphicFramePr>
            <a:graphicFrameLocks noGrp="1"/>
          </p:cNvGraphicFramePr>
          <p:nvPr/>
        </p:nvGraphicFramePr>
        <p:xfrm>
          <a:off x="392070" y="2784486"/>
          <a:ext cx="8764630" cy="3497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24">
                  <a:extLst>
                    <a:ext uri="{9D8B030D-6E8A-4147-A177-3AD203B41FA5}">
                      <a16:colId xmlns:a16="http://schemas.microsoft.com/office/drawing/2014/main" val="3840245206"/>
                    </a:ext>
                  </a:extLst>
                </a:gridCol>
                <a:gridCol w="277084">
                  <a:extLst>
                    <a:ext uri="{9D8B030D-6E8A-4147-A177-3AD203B41FA5}">
                      <a16:colId xmlns:a16="http://schemas.microsoft.com/office/drawing/2014/main" val="2436719631"/>
                    </a:ext>
                  </a:extLst>
                </a:gridCol>
                <a:gridCol w="729257">
                  <a:extLst>
                    <a:ext uri="{9D8B030D-6E8A-4147-A177-3AD203B41FA5}">
                      <a16:colId xmlns:a16="http://schemas.microsoft.com/office/drawing/2014/main" val="3927592392"/>
                    </a:ext>
                  </a:extLst>
                </a:gridCol>
                <a:gridCol w="2178843">
                  <a:extLst>
                    <a:ext uri="{9D8B030D-6E8A-4147-A177-3AD203B41FA5}">
                      <a16:colId xmlns:a16="http://schemas.microsoft.com/office/drawing/2014/main" val="4052695663"/>
                    </a:ext>
                  </a:extLst>
                </a:gridCol>
                <a:gridCol w="719923">
                  <a:extLst>
                    <a:ext uri="{9D8B030D-6E8A-4147-A177-3AD203B41FA5}">
                      <a16:colId xmlns:a16="http://schemas.microsoft.com/office/drawing/2014/main" val="3310088545"/>
                    </a:ext>
                  </a:extLst>
                </a:gridCol>
                <a:gridCol w="815496">
                  <a:extLst>
                    <a:ext uri="{9D8B030D-6E8A-4147-A177-3AD203B41FA5}">
                      <a16:colId xmlns:a16="http://schemas.microsoft.com/office/drawing/2014/main" val="124109734"/>
                    </a:ext>
                  </a:extLst>
                </a:gridCol>
                <a:gridCol w="1130386">
                  <a:extLst>
                    <a:ext uri="{9D8B030D-6E8A-4147-A177-3AD203B41FA5}">
                      <a16:colId xmlns:a16="http://schemas.microsoft.com/office/drawing/2014/main" val="3730346949"/>
                    </a:ext>
                  </a:extLst>
                </a:gridCol>
                <a:gridCol w="1215331">
                  <a:extLst>
                    <a:ext uri="{9D8B030D-6E8A-4147-A177-3AD203B41FA5}">
                      <a16:colId xmlns:a16="http://schemas.microsoft.com/office/drawing/2014/main" val="1244655053"/>
                    </a:ext>
                  </a:extLst>
                </a:gridCol>
                <a:gridCol w="890098">
                  <a:extLst>
                    <a:ext uri="{9D8B030D-6E8A-4147-A177-3AD203B41FA5}">
                      <a16:colId xmlns:a16="http://schemas.microsoft.com/office/drawing/2014/main" val="1294055655"/>
                    </a:ext>
                  </a:extLst>
                </a:gridCol>
                <a:gridCol w="651188">
                  <a:extLst>
                    <a:ext uri="{9D8B030D-6E8A-4147-A177-3AD203B41FA5}">
                      <a16:colId xmlns:a16="http://schemas.microsoft.com/office/drawing/2014/main" val="422435049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spc="-50" baseline="0" dirty="0">
                          <a:solidFill>
                            <a:srgbClr val="333333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</a:p>
                  </a:txBody>
                  <a:tcPr marL="3600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</a:t>
                      </a:r>
                      <a:endParaRPr lang="ko-KR" altLang="en-US" sz="800" b="1" spc="-50" baseline="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포스터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타입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공연기간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예매기간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909828"/>
                  </a:ext>
                </a:extLst>
              </a:tr>
              <a:tr h="664955">
                <a:tc>
                  <a:txBody>
                    <a:bodyPr/>
                    <a:lstStyle/>
                    <a:p>
                      <a:pPr algn="ctr"/>
                      <a:r>
                        <a:rPr kumimoji="0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u="none" spc="-50" baseline="0" dirty="0">
                          <a:solidFill>
                            <a:srgbClr val="333333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-5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80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대관공연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검정아트홀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YYYY.MM.DD ~ YYYY.MM.DD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YYYY.MM.DD ~ YYYY.MM.DD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YYYY-MM-DD </a:t>
                      </a:r>
                      <a:r>
                        <a:rPr kumimoji="0" lang="en-US" altLang="ko-KR" sz="800" b="0" i="0" u="sng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hh:mm:ss</a:t>
                      </a:r>
                      <a:endParaRPr kumimoji="0" lang="ko-KR" altLang="en-US" sz="800" b="0" i="0" u="sng" strike="noStrike" kern="1200" cap="none" spc="-5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523410"/>
                  </a:ext>
                </a:extLst>
              </a:tr>
              <a:tr h="645090">
                <a:tc>
                  <a:txBody>
                    <a:bodyPr/>
                    <a:lstStyle/>
                    <a:p>
                      <a:pPr algn="ctr"/>
                      <a:r>
                        <a:rPr kumimoji="0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u="none" spc="-50" baseline="0" dirty="0">
                          <a:solidFill>
                            <a:srgbClr val="333333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49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-5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80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하반기 기획공연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대관공연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파랑아트홀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2025.10.10 ~ 2025.12.12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2025.10.10 ~ 2025.12.12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2025.09.10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013132"/>
                  </a:ext>
                </a:extLst>
              </a:tr>
              <a:tr h="638828">
                <a:tc>
                  <a:txBody>
                    <a:bodyPr/>
                    <a:lstStyle/>
                    <a:p>
                      <a:pPr algn="ctr"/>
                      <a:r>
                        <a:rPr kumimoji="0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u="none" spc="-50" baseline="0" dirty="0">
                          <a:solidFill>
                            <a:srgbClr val="333333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49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-5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80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하반기 기획공연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기획공연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노랑아트홀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2025.10.10 ~ 2025.12.12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2025.10.10 ~ 2025.12.12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2025.09.10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판매중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05086"/>
                  </a:ext>
                </a:extLst>
              </a:tr>
              <a:tr h="651353">
                <a:tc>
                  <a:txBody>
                    <a:bodyPr/>
                    <a:lstStyle/>
                    <a:p>
                      <a:pPr algn="ctr"/>
                      <a:r>
                        <a:rPr kumimoji="0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u="none" spc="-50" baseline="0" dirty="0">
                          <a:solidFill>
                            <a:srgbClr val="333333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-5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80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하반기 기획공연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대관공연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검정아트홀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2025.10.10 ~ 2025.12.12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2025.10.10 ~ 2025.12.12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2025.09.10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906754"/>
                  </a:ext>
                </a:extLst>
              </a:tr>
              <a:tr h="645090">
                <a:tc>
                  <a:txBody>
                    <a:bodyPr/>
                    <a:lstStyle/>
                    <a:p>
                      <a:pPr algn="ctr"/>
                      <a:r>
                        <a:rPr kumimoji="0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u="none" spc="-50" baseline="0" dirty="0">
                          <a:solidFill>
                            <a:srgbClr val="333333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-5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80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하반기 기획공연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기획공연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검정아트홀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2025.10.10 ~ 2025.12.12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2025.10.10 ~ 2025.12.12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2025.09.10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판매중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737109"/>
                  </a:ext>
                </a:extLst>
              </a:tr>
            </a:tbl>
          </a:graphicData>
        </a:graphic>
      </p:graphicFrame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CAA3723-98D3-3D7D-67F0-1183D2972A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공연 목록 화면</a:t>
            </a: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867D20-3026-949C-5ABB-A12D288800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Home &gt; </a:t>
            </a:r>
            <a:r>
              <a:rPr lang="ko-KR" altLang="en-US" dirty="0"/>
              <a:t>공연정보 관리 </a:t>
            </a:r>
            <a:r>
              <a:rPr lang="en-US" altLang="ko-KR" dirty="0"/>
              <a:t>&gt; </a:t>
            </a:r>
            <a:r>
              <a:rPr lang="ko-KR" altLang="en-US" dirty="0"/>
              <a:t>공연 목록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B81D8-9F55-005B-40CC-08D1DB676C15}"/>
              </a:ext>
            </a:extLst>
          </p:cNvPr>
          <p:cNvSpPr txBox="1"/>
          <p:nvPr/>
        </p:nvSpPr>
        <p:spPr>
          <a:xfrm>
            <a:off x="390956" y="874712"/>
            <a:ext cx="166834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20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 목록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2C03D5-C282-0A35-33F9-CBF7109757D4}"/>
              </a:ext>
            </a:extLst>
          </p:cNvPr>
          <p:cNvSpPr/>
          <p:nvPr/>
        </p:nvSpPr>
        <p:spPr>
          <a:xfrm>
            <a:off x="369433" y="1105631"/>
            <a:ext cx="8789310" cy="8603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4063FFF-C10A-2C58-5FA0-9A7869C39E09}"/>
              </a:ext>
            </a:extLst>
          </p:cNvPr>
          <p:cNvGrpSpPr/>
          <p:nvPr/>
        </p:nvGrpSpPr>
        <p:grpSpPr>
          <a:xfrm>
            <a:off x="735120" y="1509939"/>
            <a:ext cx="5394054" cy="251319"/>
            <a:chOff x="743415" y="1951759"/>
            <a:chExt cx="5394054" cy="251319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083A4D94-5FBF-E970-99DA-2C70677F1524}"/>
                </a:ext>
              </a:extLst>
            </p:cNvPr>
            <p:cNvGrpSpPr/>
            <p:nvPr/>
          </p:nvGrpSpPr>
          <p:grpSpPr>
            <a:xfrm>
              <a:off x="1249253" y="1951759"/>
              <a:ext cx="1966912" cy="248314"/>
              <a:chOff x="2402603" y="3523946"/>
              <a:chExt cx="1966912" cy="248314"/>
            </a:xfrm>
          </p:grpSpPr>
          <p:grpSp>
            <p:nvGrpSpPr>
              <p:cNvPr id="17" name="Date Field" descr="&lt;SmartSettings&gt;&lt;SmartResize enabled=&quot;True&quot; minWidth=&quot;20&quot; minHeight=&quot;13&quot; /&gt;&lt;/SmartSettings&gt;">
                <a:extLst>
                  <a:ext uri="{FF2B5EF4-FFF2-40B4-BE49-F238E27FC236}">
                    <a16:creationId xmlns:a16="http://schemas.microsoft.com/office/drawing/2014/main" id="{B1FB129A-88BD-4554-9D42-CA1530F5B86E}"/>
                  </a:ext>
                </a:extLst>
              </p:cNvPr>
              <p:cNvGrpSpPr/>
              <p:nvPr/>
            </p:nvGrpSpPr>
            <p:grpSpPr>
              <a:xfrm>
                <a:off x="2402603" y="3523946"/>
                <a:ext cx="890673" cy="241092"/>
                <a:chOff x="928689" y="1251717"/>
                <a:chExt cx="756980" cy="241092"/>
              </a:xfrm>
            </p:grpSpPr>
            <p:sp>
              <p:nvSpPr>
                <p:cNvPr id="22" name="Text Box">
                  <a:extLst>
                    <a:ext uri="{FF2B5EF4-FFF2-40B4-BE49-F238E27FC236}">
                      <a16:creationId xmlns:a16="http://schemas.microsoft.com/office/drawing/2014/main" id="{DB0DD426-F47A-C4D8-1F8B-3A74E574B248}"/>
                    </a:ext>
                  </a:extLst>
                </p:cNvPr>
                <p:cNvSpPr/>
                <p:nvPr/>
              </p:nvSpPr>
              <p:spPr>
                <a:xfrm>
                  <a:off x="928689" y="1251717"/>
                  <a:ext cx="756980" cy="24109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txBody>
  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atinLnBrk="1"/>
                  <a:r>
                    <a:rPr lang="ko-KR" altLang="en-US" sz="800" spc="-80" dirty="0">
                      <a:solidFill>
                        <a:srgbClr val="7F7F7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날짜선택</a:t>
                  </a:r>
                  <a:endParaRPr lang="en-US" sz="800" spc="-80" dirty="0">
                    <a:solidFill>
                      <a:srgbClr val="7F7F7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23" name="Date Picker Icon" descr="&lt;Tags&gt;&lt;SMARTRESIZEANCHORS&gt;None,None,None,Absolute&lt;/SMARTRESIZEANCHORS&gt;&lt;/Tags&gt;">
                  <a:extLst>
                    <a:ext uri="{FF2B5EF4-FFF2-40B4-BE49-F238E27FC236}">
                      <a16:creationId xmlns:a16="http://schemas.microsoft.com/office/drawing/2014/main" id="{0FFDB557-A305-F55B-7704-9691B66B92D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1064" y="1295204"/>
                  <a:ext cx="151264" cy="154118"/>
                </a:xfrm>
                <a:custGeom>
                  <a:avLst/>
                  <a:gdLst>
                    <a:gd name="T0" fmla="*/ 115 w 450"/>
                    <a:gd name="T1" fmla="*/ 79 h 445"/>
                    <a:gd name="T2" fmla="*/ 132 w 450"/>
                    <a:gd name="T3" fmla="*/ 0 h 445"/>
                    <a:gd name="T4" fmla="*/ 318 w 450"/>
                    <a:gd name="T5" fmla="*/ 0 h 445"/>
                    <a:gd name="T6" fmla="*/ 336 w 450"/>
                    <a:gd name="T7" fmla="*/ 79 h 445"/>
                    <a:gd name="T8" fmla="*/ 318 w 450"/>
                    <a:gd name="T9" fmla="*/ 0 h 445"/>
                    <a:gd name="T10" fmla="*/ 0 w 450"/>
                    <a:gd name="T11" fmla="*/ 445 h 445"/>
                    <a:gd name="T12" fmla="*/ 450 w 450"/>
                    <a:gd name="T13" fmla="*/ 39 h 445"/>
                    <a:gd name="T14" fmla="*/ 360 w 450"/>
                    <a:gd name="T15" fmla="*/ 57 h 445"/>
                    <a:gd name="T16" fmla="*/ 432 w 450"/>
                    <a:gd name="T17" fmla="*/ 427 h 445"/>
                    <a:gd name="T18" fmla="*/ 18 w 450"/>
                    <a:gd name="T19" fmla="*/ 57 h 445"/>
                    <a:gd name="T20" fmla="*/ 88 w 450"/>
                    <a:gd name="T21" fmla="*/ 39 h 445"/>
                    <a:gd name="T22" fmla="*/ 156 w 450"/>
                    <a:gd name="T23" fmla="*/ 39 h 445"/>
                    <a:gd name="T24" fmla="*/ 295 w 450"/>
                    <a:gd name="T25" fmla="*/ 57 h 445"/>
                    <a:gd name="T26" fmla="*/ 156 w 450"/>
                    <a:gd name="T27" fmla="*/ 39 h 445"/>
                    <a:gd name="T28" fmla="*/ 45 w 450"/>
                    <a:gd name="T29" fmla="*/ 142 h 445"/>
                    <a:gd name="T30" fmla="*/ 405 w 450"/>
                    <a:gd name="T31" fmla="*/ 124 h 445"/>
                    <a:gd name="T32" fmla="*/ 169 w 450"/>
                    <a:gd name="T33" fmla="*/ 212 h 445"/>
                    <a:gd name="T34" fmla="*/ 147 w 450"/>
                    <a:gd name="T35" fmla="*/ 227 h 445"/>
                    <a:gd name="T36" fmla="*/ 122 w 450"/>
                    <a:gd name="T37" fmla="*/ 238 h 445"/>
                    <a:gd name="T38" fmla="*/ 132 w 450"/>
                    <a:gd name="T39" fmla="*/ 253 h 445"/>
                    <a:gd name="T40" fmla="*/ 153 w 450"/>
                    <a:gd name="T41" fmla="*/ 242 h 445"/>
                    <a:gd name="T42" fmla="*/ 158 w 450"/>
                    <a:gd name="T43" fmla="*/ 374 h 445"/>
                    <a:gd name="T44" fmla="*/ 176 w 450"/>
                    <a:gd name="T45" fmla="*/ 212 h 445"/>
                    <a:gd name="T46" fmla="*/ 277 w 450"/>
                    <a:gd name="T47" fmla="*/ 213 h 445"/>
                    <a:gd name="T48" fmla="*/ 236 w 450"/>
                    <a:gd name="T49" fmla="*/ 228 h 445"/>
                    <a:gd name="T50" fmla="*/ 245 w 450"/>
                    <a:gd name="T51" fmla="*/ 240 h 445"/>
                    <a:gd name="T52" fmla="*/ 264 w 450"/>
                    <a:gd name="T53" fmla="*/ 230 h 445"/>
                    <a:gd name="T54" fmla="*/ 286 w 450"/>
                    <a:gd name="T55" fmla="*/ 230 h 445"/>
                    <a:gd name="T56" fmla="*/ 302 w 450"/>
                    <a:gd name="T57" fmla="*/ 245 h 445"/>
                    <a:gd name="T58" fmla="*/ 303 w 450"/>
                    <a:gd name="T59" fmla="*/ 269 h 445"/>
                    <a:gd name="T60" fmla="*/ 288 w 450"/>
                    <a:gd name="T61" fmla="*/ 292 h 445"/>
                    <a:gd name="T62" fmla="*/ 253 w 450"/>
                    <a:gd name="T63" fmla="*/ 320 h 445"/>
                    <a:gd name="T64" fmla="*/ 233 w 450"/>
                    <a:gd name="T65" fmla="*/ 348 h 445"/>
                    <a:gd name="T66" fmla="*/ 230 w 450"/>
                    <a:gd name="T67" fmla="*/ 374 h 445"/>
                    <a:gd name="T68" fmla="*/ 328 w 450"/>
                    <a:gd name="T69" fmla="*/ 358 h 445"/>
                    <a:gd name="T70" fmla="*/ 251 w 450"/>
                    <a:gd name="T71" fmla="*/ 346 h 445"/>
                    <a:gd name="T72" fmla="*/ 268 w 450"/>
                    <a:gd name="T73" fmla="*/ 326 h 445"/>
                    <a:gd name="T74" fmla="*/ 303 w 450"/>
                    <a:gd name="T75" fmla="*/ 299 h 445"/>
                    <a:gd name="T76" fmla="*/ 320 w 450"/>
                    <a:gd name="T77" fmla="*/ 273 h 445"/>
                    <a:gd name="T78" fmla="*/ 318 w 450"/>
                    <a:gd name="T79" fmla="*/ 238 h 445"/>
                    <a:gd name="T80" fmla="*/ 295 w 450"/>
                    <a:gd name="T81" fmla="*/ 216 h 4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50" h="445">
                      <a:moveTo>
                        <a:pt x="115" y="0"/>
                      </a:moveTo>
                      <a:lnTo>
                        <a:pt x="115" y="79"/>
                      </a:lnTo>
                      <a:lnTo>
                        <a:pt x="132" y="79"/>
                      </a:lnTo>
                      <a:lnTo>
                        <a:pt x="132" y="0"/>
                      </a:lnTo>
                      <a:lnTo>
                        <a:pt x="115" y="0"/>
                      </a:lnTo>
                      <a:close/>
                      <a:moveTo>
                        <a:pt x="318" y="0"/>
                      </a:moveTo>
                      <a:lnTo>
                        <a:pt x="318" y="79"/>
                      </a:lnTo>
                      <a:lnTo>
                        <a:pt x="336" y="79"/>
                      </a:lnTo>
                      <a:lnTo>
                        <a:pt x="336" y="0"/>
                      </a:lnTo>
                      <a:lnTo>
                        <a:pt x="318" y="0"/>
                      </a:lnTo>
                      <a:close/>
                      <a:moveTo>
                        <a:pt x="0" y="39"/>
                      </a:moveTo>
                      <a:lnTo>
                        <a:pt x="0" y="445"/>
                      </a:lnTo>
                      <a:lnTo>
                        <a:pt x="450" y="445"/>
                      </a:lnTo>
                      <a:lnTo>
                        <a:pt x="450" y="39"/>
                      </a:lnTo>
                      <a:lnTo>
                        <a:pt x="360" y="39"/>
                      </a:lnTo>
                      <a:lnTo>
                        <a:pt x="360" y="57"/>
                      </a:lnTo>
                      <a:lnTo>
                        <a:pt x="432" y="57"/>
                      </a:lnTo>
                      <a:lnTo>
                        <a:pt x="432" y="427"/>
                      </a:lnTo>
                      <a:lnTo>
                        <a:pt x="18" y="427"/>
                      </a:lnTo>
                      <a:lnTo>
                        <a:pt x="18" y="57"/>
                      </a:lnTo>
                      <a:lnTo>
                        <a:pt x="88" y="57"/>
                      </a:lnTo>
                      <a:lnTo>
                        <a:pt x="88" y="39"/>
                      </a:lnTo>
                      <a:lnTo>
                        <a:pt x="0" y="39"/>
                      </a:lnTo>
                      <a:close/>
                      <a:moveTo>
                        <a:pt x="156" y="39"/>
                      </a:moveTo>
                      <a:lnTo>
                        <a:pt x="156" y="57"/>
                      </a:lnTo>
                      <a:lnTo>
                        <a:pt x="295" y="57"/>
                      </a:lnTo>
                      <a:lnTo>
                        <a:pt x="295" y="39"/>
                      </a:lnTo>
                      <a:lnTo>
                        <a:pt x="156" y="39"/>
                      </a:lnTo>
                      <a:close/>
                      <a:moveTo>
                        <a:pt x="45" y="124"/>
                      </a:moveTo>
                      <a:lnTo>
                        <a:pt x="45" y="142"/>
                      </a:lnTo>
                      <a:lnTo>
                        <a:pt x="405" y="142"/>
                      </a:lnTo>
                      <a:lnTo>
                        <a:pt x="405" y="124"/>
                      </a:lnTo>
                      <a:lnTo>
                        <a:pt x="45" y="124"/>
                      </a:lnTo>
                      <a:close/>
                      <a:moveTo>
                        <a:pt x="169" y="212"/>
                      </a:moveTo>
                      <a:cubicBezTo>
                        <a:pt x="167" y="215"/>
                        <a:pt x="163" y="217"/>
                        <a:pt x="160" y="219"/>
                      </a:cubicBezTo>
                      <a:cubicBezTo>
                        <a:pt x="156" y="222"/>
                        <a:pt x="152" y="225"/>
                        <a:pt x="147" y="227"/>
                      </a:cubicBezTo>
                      <a:cubicBezTo>
                        <a:pt x="143" y="229"/>
                        <a:pt x="139" y="231"/>
                        <a:pt x="134" y="233"/>
                      </a:cubicBezTo>
                      <a:cubicBezTo>
                        <a:pt x="130" y="235"/>
                        <a:pt x="126" y="237"/>
                        <a:pt x="122" y="238"/>
                      </a:cubicBezTo>
                      <a:lnTo>
                        <a:pt x="122" y="256"/>
                      </a:lnTo>
                      <a:cubicBezTo>
                        <a:pt x="125" y="255"/>
                        <a:pt x="129" y="254"/>
                        <a:pt x="132" y="253"/>
                      </a:cubicBezTo>
                      <a:cubicBezTo>
                        <a:pt x="136" y="251"/>
                        <a:pt x="140" y="249"/>
                        <a:pt x="143" y="247"/>
                      </a:cubicBezTo>
                      <a:cubicBezTo>
                        <a:pt x="146" y="246"/>
                        <a:pt x="150" y="244"/>
                        <a:pt x="153" y="242"/>
                      </a:cubicBezTo>
                      <a:cubicBezTo>
                        <a:pt x="155" y="240"/>
                        <a:pt x="156" y="238"/>
                        <a:pt x="158" y="237"/>
                      </a:cubicBezTo>
                      <a:lnTo>
                        <a:pt x="158" y="374"/>
                      </a:lnTo>
                      <a:lnTo>
                        <a:pt x="176" y="374"/>
                      </a:lnTo>
                      <a:lnTo>
                        <a:pt x="176" y="212"/>
                      </a:lnTo>
                      <a:lnTo>
                        <a:pt x="169" y="212"/>
                      </a:lnTo>
                      <a:close/>
                      <a:moveTo>
                        <a:pt x="277" y="213"/>
                      </a:moveTo>
                      <a:cubicBezTo>
                        <a:pt x="268" y="213"/>
                        <a:pt x="260" y="214"/>
                        <a:pt x="254" y="217"/>
                      </a:cubicBezTo>
                      <a:cubicBezTo>
                        <a:pt x="248" y="219"/>
                        <a:pt x="241" y="223"/>
                        <a:pt x="236" y="228"/>
                      </a:cubicBezTo>
                      <a:lnTo>
                        <a:pt x="236" y="247"/>
                      </a:lnTo>
                      <a:cubicBezTo>
                        <a:pt x="239" y="245"/>
                        <a:pt x="242" y="242"/>
                        <a:pt x="245" y="240"/>
                      </a:cubicBezTo>
                      <a:cubicBezTo>
                        <a:pt x="248" y="237"/>
                        <a:pt x="251" y="235"/>
                        <a:pt x="254" y="233"/>
                      </a:cubicBezTo>
                      <a:cubicBezTo>
                        <a:pt x="257" y="232"/>
                        <a:pt x="260" y="231"/>
                        <a:pt x="264" y="230"/>
                      </a:cubicBezTo>
                      <a:cubicBezTo>
                        <a:pt x="267" y="229"/>
                        <a:pt x="271" y="228"/>
                        <a:pt x="274" y="228"/>
                      </a:cubicBezTo>
                      <a:cubicBezTo>
                        <a:pt x="278" y="228"/>
                        <a:pt x="282" y="229"/>
                        <a:pt x="286" y="230"/>
                      </a:cubicBezTo>
                      <a:cubicBezTo>
                        <a:pt x="289" y="231"/>
                        <a:pt x="293" y="233"/>
                        <a:pt x="295" y="235"/>
                      </a:cubicBezTo>
                      <a:cubicBezTo>
                        <a:pt x="298" y="237"/>
                        <a:pt x="300" y="241"/>
                        <a:pt x="302" y="245"/>
                      </a:cubicBezTo>
                      <a:cubicBezTo>
                        <a:pt x="303" y="248"/>
                        <a:pt x="303" y="252"/>
                        <a:pt x="303" y="257"/>
                      </a:cubicBezTo>
                      <a:cubicBezTo>
                        <a:pt x="303" y="261"/>
                        <a:pt x="304" y="266"/>
                        <a:pt x="303" y="269"/>
                      </a:cubicBezTo>
                      <a:cubicBezTo>
                        <a:pt x="302" y="273"/>
                        <a:pt x="300" y="277"/>
                        <a:pt x="297" y="281"/>
                      </a:cubicBezTo>
                      <a:cubicBezTo>
                        <a:pt x="295" y="285"/>
                        <a:pt x="291" y="289"/>
                        <a:pt x="288" y="292"/>
                      </a:cubicBezTo>
                      <a:cubicBezTo>
                        <a:pt x="284" y="296"/>
                        <a:pt x="279" y="300"/>
                        <a:pt x="273" y="304"/>
                      </a:cubicBezTo>
                      <a:cubicBezTo>
                        <a:pt x="265" y="310"/>
                        <a:pt x="259" y="315"/>
                        <a:pt x="253" y="320"/>
                      </a:cubicBezTo>
                      <a:cubicBezTo>
                        <a:pt x="248" y="324"/>
                        <a:pt x="243" y="329"/>
                        <a:pt x="240" y="334"/>
                      </a:cubicBezTo>
                      <a:cubicBezTo>
                        <a:pt x="237" y="339"/>
                        <a:pt x="234" y="343"/>
                        <a:pt x="233" y="348"/>
                      </a:cubicBezTo>
                      <a:cubicBezTo>
                        <a:pt x="231" y="353"/>
                        <a:pt x="230" y="360"/>
                        <a:pt x="230" y="367"/>
                      </a:cubicBezTo>
                      <a:lnTo>
                        <a:pt x="230" y="374"/>
                      </a:lnTo>
                      <a:lnTo>
                        <a:pt x="328" y="374"/>
                      </a:lnTo>
                      <a:lnTo>
                        <a:pt x="328" y="358"/>
                      </a:lnTo>
                      <a:lnTo>
                        <a:pt x="250" y="358"/>
                      </a:lnTo>
                      <a:cubicBezTo>
                        <a:pt x="250" y="353"/>
                        <a:pt x="250" y="349"/>
                        <a:pt x="251" y="346"/>
                      </a:cubicBezTo>
                      <a:cubicBezTo>
                        <a:pt x="252" y="343"/>
                        <a:pt x="254" y="340"/>
                        <a:pt x="257" y="337"/>
                      </a:cubicBezTo>
                      <a:cubicBezTo>
                        <a:pt x="259" y="333"/>
                        <a:pt x="263" y="330"/>
                        <a:pt x="268" y="326"/>
                      </a:cubicBezTo>
                      <a:cubicBezTo>
                        <a:pt x="273" y="322"/>
                        <a:pt x="279" y="318"/>
                        <a:pt x="287" y="313"/>
                      </a:cubicBezTo>
                      <a:cubicBezTo>
                        <a:pt x="293" y="308"/>
                        <a:pt x="298" y="304"/>
                        <a:pt x="303" y="299"/>
                      </a:cubicBezTo>
                      <a:cubicBezTo>
                        <a:pt x="307" y="295"/>
                        <a:pt x="310" y="292"/>
                        <a:pt x="313" y="287"/>
                      </a:cubicBezTo>
                      <a:cubicBezTo>
                        <a:pt x="316" y="283"/>
                        <a:pt x="319" y="278"/>
                        <a:pt x="320" y="273"/>
                      </a:cubicBezTo>
                      <a:cubicBezTo>
                        <a:pt x="322" y="268"/>
                        <a:pt x="322" y="262"/>
                        <a:pt x="322" y="255"/>
                      </a:cubicBezTo>
                      <a:cubicBezTo>
                        <a:pt x="322" y="249"/>
                        <a:pt x="321" y="243"/>
                        <a:pt x="318" y="238"/>
                      </a:cubicBezTo>
                      <a:cubicBezTo>
                        <a:pt x="316" y="232"/>
                        <a:pt x="313" y="227"/>
                        <a:pt x="309" y="224"/>
                      </a:cubicBezTo>
                      <a:cubicBezTo>
                        <a:pt x="305" y="220"/>
                        <a:pt x="300" y="218"/>
                        <a:pt x="295" y="216"/>
                      </a:cubicBezTo>
                      <a:cubicBezTo>
                        <a:pt x="289" y="214"/>
                        <a:pt x="283" y="213"/>
                        <a:pt x="277" y="213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800" spc="-8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p:grp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CC6B0A31-2913-D35A-238E-74419E4EE502}"/>
                  </a:ext>
                </a:extLst>
              </p:cNvPr>
              <p:cNvSpPr/>
              <p:nvPr/>
            </p:nvSpPr>
            <p:spPr>
              <a:xfrm>
                <a:off x="3298842" y="3575243"/>
                <a:ext cx="180000" cy="12311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ko-KR" sz="800" spc="-8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~</a:t>
                </a:r>
                <a:endPara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grpSp>
            <p:nvGrpSpPr>
              <p:cNvPr id="19" name="Date Field" descr="&lt;SmartSettings&gt;&lt;SmartResize enabled=&quot;True&quot; minWidth=&quot;20&quot; minHeight=&quot;13&quot; /&gt;&lt;/SmartSettings&gt;">
                <a:extLst>
                  <a:ext uri="{FF2B5EF4-FFF2-40B4-BE49-F238E27FC236}">
                    <a16:creationId xmlns:a16="http://schemas.microsoft.com/office/drawing/2014/main" id="{C10F2F0E-6243-13DB-126D-CFED2D9E4244}"/>
                  </a:ext>
                </a:extLst>
              </p:cNvPr>
              <p:cNvGrpSpPr/>
              <p:nvPr/>
            </p:nvGrpSpPr>
            <p:grpSpPr>
              <a:xfrm>
                <a:off x="3478842" y="3531168"/>
                <a:ext cx="890673" cy="241092"/>
                <a:chOff x="930717" y="1258939"/>
                <a:chExt cx="756980" cy="241092"/>
              </a:xfrm>
            </p:grpSpPr>
            <p:sp>
              <p:nvSpPr>
                <p:cNvPr id="20" name="Text Box">
                  <a:extLst>
                    <a:ext uri="{FF2B5EF4-FFF2-40B4-BE49-F238E27FC236}">
                      <a16:creationId xmlns:a16="http://schemas.microsoft.com/office/drawing/2014/main" id="{29751EC5-4B31-E50E-1AB2-15B1319163D9}"/>
                    </a:ext>
                  </a:extLst>
                </p:cNvPr>
                <p:cNvSpPr/>
                <p:nvPr/>
              </p:nvSpPr>
              <p:spPr>
                <a:xfrm>
                  <a:off x="930717" y="1258939"/>
                  <a:ext cx="756980" cy="24109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txBody>
  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atinLnBrk="1"/>
                  <a:r>
                    <a:rPr lang="ko-KR" altLang="en-US" sz="800" spc="-80" dirty="0">
                      <a:solidFill>
                        <a:schemeClr val="bg1">
                          <a:lumMod val="50000"/>
                        </a:scheme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날짜선택</a:t>
                  </a:r>
                  <a:endParaRPr lang="en-US" sz="800" spc="-80" dirty="0">
                    <a:solidFill>
                      <a:schemeClr val="bg1">
                        <a:lumMod val="50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21" name="Date Picker Icon" descr="&lt;Tags&gt;&lt;SMARTRESIZEANCHORS&gt;None,None,None,Absolute&lt;/SMARTRESIZEANCHORS&gt;&lt;/Tags&gt;">
                  <a:extLst>
                    <a:ext uri="{FF2B5EF4-FFF2-40B4-BE49-F238E27FC236}">
                      <a16:creationId xmlns:a16="http://schemas.microsoft.com/office/drawing/2014/main" id="{035DE8C9-41ED-A8DB-DE23-04698FB5809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1064" y="1295204"/>
                  <a:ext cx="151264" cy="154118"/>
                </a:xfrm>
                <a:custGeom>
                  <a:avLst/>
                  <a:gdLst>
                    <a:gd name="T0" fmla="*/ 115 w 450"/>
                    <a:gd name="T1" fmla="*/ 79 h 445"/>
                    <a:gd name="T2" fmla="*/ 132 w 450"/>
                    <a:gd name="T3" fmla="*/ 0 h 445"/>
                    <a:gd name="T4" fmla="*/ 318 w 450"/>
                    <a:gd name="T5" fmla="*/ 0 h 445"/>
                    <a:gd name="T6" fmla="*/ 336 w 450"/>
                    <a:gd name="T7" fmla="*/ 79 h 445"/>
                    <a:gd name="T8" fmla="*/ 318 w 450"/>
                    <a:gd name="T9" fmla="*/ 0 h 445"/>
                    <a:gd name="T10" fmla="*/ 0 w 450"/>
                    <a:gd name="T11" fmla="*/ 445 h 445"/>
                    <a:gd name="T12" fmla="*/ 450 w 450"/>
                    <a:gd name="T13" fmla="*/ 39 h 445"/>
                    <a:gd name="T14" fmla="*/ 360 w 450"/>
                    <a:gd name="T15" fmla="*/ 57 h 445"/>
                    <a:gd name="T16" fmla="*/ 432 w 450"/>
                    <a:gd name="T17" fmla="*/ 427 h 445"/>
                    <a:gd name="T18" fmla="*/ 18 w 450"/>
                    <a:gd name="T19" fmla="*/ 57 h 445"/>
                    <a:gd name="T20" fmla="*/ 88 w 450"/>
                    <a:gd name="T21" fmla="*/ 39 h 445"/>
                    <a:gd name="T22" fmla="*/ 156 w 450"/>
                    <a:gd name="T23" fmla="*/ 39 h 445"/>
                    <a:gd name="T24" fmla="*/ 295 w 450"/>
                    <a:gd name="T25" fmla="*/ 57 h 445"/>
                    <a:gd name="T26" fmla="*/ 156 w 450"/>
                    <a:gd name="T27" fmla="*/ 39 h 445"/>
                    <a:gd name="T28" fmla="*/ 45 w 450"/>
                    <a:gd name="T29" fmla="*/ 142 h 445"/>
                    <a:gd name="T30" fmla="*/ 405 w 450"/>
                    <a:gd name="T31" fmla="*/ 124 h 445"/>
                    <a:gd name="T32" fmla="*/ 169 w 450"/>
                    <a:gd name="T33" fmla="*/ 212 h 445"/>
                    <a:gd name="T34" fmla="*/ 147 w 450"/>
                    <a:gd name="T35" fmla="*/ 227 h 445"/>
                    <a:gd name="T36" fmla="*/ 122 w 450"/>
                    <a:gd name="T37" fmla="*/ 238 h 445"/>
                    <a:gd name="T38" fmla="*/ 132 w 450"/>
                    <a:gd name="T39" fmla="*/ 253 h 445"/>
                    <a:gd name="T40" fmla="*/ 153 w 450"/>
                    <a:gd name="T41" fmla="*/ 242 h 445"/>
                    <a:gd name="T42" fmla="*/ 158 w 450"/>
                    <a:gd name="T43" fmla="*/ 374 h 445"/>
                    <a:gd name="T44" fmla="*/ 176 w 450"/>
                    <a:gd name="T45" fmla="*/ 212 h 445"/>
                    <a:gd name="T46" fmla="*/ 277 w 450"/>
                    <a:gd name="T47" fmla="*/ 213 h 445"/>
                    <a:gd name="T48" fmla="*/ 236 w 450"/>
                    <a:gd name="T49" fmla="*/ 228 h 445"/>
                    <a:gd name="T50" fmla="*/ 245 w 450"/>
                    <a:gd name="T51" fmla="*/ 240 h 445"/>
                    <a:gd name="T52" fmla="*/ 264 w 450"/>
                    <a:gd name="T53" fmla="*/ 230 h 445"/>
                    <a:gd name="T54" fmla="*/ 286 w 450"/>
                    <a:gd name="T55" fmla="*/ 230 h 445"/>
                    <a:gd name="T56" fmla="*/ 302 w 450"/>
                    <a:gd name="T57" fmla="*/ 245 h 445"/>
                    <a:gd name="T58" fmla="*/ 303 w 450"/>
                    <a:gd name="T59" fmla="*/ 269 h 445"/>
                    <a:gd name="T60" fmla="*/ 288 w 450"/>
                    <a:gd name="T61" fmla="*/ 292 h 445"/>
                    <a:gd name="T62" fmla="*/ 253 w 450"/>
                    <a:gd name="T63" fmla="*/ 320 h 445"/>
                    <a:gd name="T64" fmla="*/ 233 w 450"/>
                    <a:gd name="T65" fmla="*/ 348 h 445"/>
                    <a:gd name="T66" fmla="*/ 230 w 450"/>
                    <a:gd name="T67" fmla="*/ 374 h 445"/>
                    <a:gd name="T68" fmla="*/ 328 w 450"/>
                    <a:gd name="T69" fmla="*/ 358 h 445"/>
                    <a:gd name="T70" fmla="*/ 251 w 450"/>
                    <a:gd name="T71" fmla="*/ 346 h 445"/>
                    <a:gd name="T72" fmla="*/ 268 w 450"/>
                    <a:gd name="T73" fmla="*/ 326 h 445"/>
                    <a:gd name="T74" fmla="*/ 303 w 450"/>
                    <a:gd name="T75" fmla="*/ 299 h 445"/>
                    <a:gd name="T76" fmla="*/ 320 w 450"/>
                    <a:gd name="T77" fmla="*/ 273 h 445"/>
                    <a:gd name="T78" fmla="*/ 318 w 450"/>
                    <a:gd name="T79" fmla="*/ 238 h 445"/>
                    <a:gd name="T80" fmla="*/ 295 w 450"/>
                    <a:gd name="T81" fmla="*/ 216 h 4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50" h="445">
                      <a:moveTo>
                        <a:pt x="115" y="0"/>
                      </a:moveTo>
                      <a:lnTo>
                        <a:pt x="115" y="79"/>
                      </a:lnTo>
                      <a:lnTo>
                        <a:pt x="132" y="79"/>
                      </a:lnTo>
                      <a:lnTo>
                        <a:pt x="132" y="0"/>
                      </a:lnTo>
                      <a:lnTo>
                        <a:pt x="115" y="0"/>
                      </a:lnTo>
                      <a:close/>
                      <a:moveTo>
                        <a:pt x="318" y="0"/>
                      </a:moveTo>
                      <a:lnTo>
                        <a:pt x="318" y="79"/>
                      </a:lnTo>
                      <a:lnTo>
                        <a:pt x="336" y="79"/>
                      </a:lnTo>
                      <a:lnTo>
                        <a:pt x="336" y="0"/>
                      </a:lnTo>
                      <a:lnTo>
                        <a:pt x="318" y="0"/>
                      </a:lnTo>
                      <a:close/>
                      <a:moveTo>
                        <a:pt x="0" y="39"/>
                      </a:moveTo>
                      <a:lnTo>
                        <a:pt x="0" y="445"/>
                      </a:lnTo>
                      <a:lnTo>
                        <a:pt x="450" y="445"/>
                      </a:lnTo>
                      <a:lnTo>
                        <a:pt x="450" y="39"/>
                      </a:lnTo>
                      <a:lnTo>
                        <a:pt x="360" y="39"/>
                      </a:lnTo>
                      <a:lnTo>
                        <a:pt x="360" y="57"/>
                      </a:lnTo>
                      <a:lnTo>
                        <a:pt x="432" y="57"/>
                      </a:lnTo>
                      <a:lnTo>
                        <a:pt x="432" y="427"/>
                      </a:lnTo>
                      <a:lnTo>
                        <a:pt x="18" y="427"/>
                      </a:lnTo>
                      <a:lnTo>
                        <a:pt x="18" y="57"/>
                      </a:lnTo>
                      <a:lnTo>
                        <a:pt x="88" y="57"/>
                      </a:lnTo>
                      <a:lnTo>
                        <a:pt x="88" y="39"/>
                      </a:lnTo>
                      <a:lnTo>
                        <a:pt x="0" y="39"/>
                      </a:lnTo>
                      <a:close/>
                      <a:moveTo>
                        <a:pt x="156" y="39"/>
                      </a:moveTo>
                      <a:lnTo>
                        <a:pt x="156" y="57"/>
                      </a:lnTo>
                      <a:lnTo>
                        <a:pt x="295" y="57"/>
                      </a:lnTo>
                      <a:lnTo>
                        <a:pt x="295" y="39"/>
                      </a:lnTo>
                      <a:lnTo>
                        <a:pt x="156" y="39"/>
                      </a:lnTo>
                      <a:close/>
                      <a:moveTo>
                        <a:pt x="45" y="124"/>
                      </a:moveTo>
                      <a:lnTo>
                        <a:pt x="45" y="142"/>
                      </a:lnTo>
                      <a:lnTo>
                        <a:pt x="405" y="142"/>
                      </a:lnTo>
                      <a:lnTo>
                        <a:pt x="405" y="124"/>
                      </a:lnTo>
                      <a:lnTo>
                        <a:pt x="45" y="124"/>
                      </a:lnTo>
                      <a:close/>
                      <a:moveTo>
                        <a:pt x="169" y="212"/>
                      </a:moveTo>
                      <a:cubicBezTo>
                        <a:pt x="167" y="215"/>
                        <a:pt x="163" y="217"/>
                        <a:pt x="160" y="219"/>
                      </a:cubicBezTo>
                      <a:cubicBezTo>
                        <a:pt x="156" y="222"/>
                        <a:pt x="152" y="225"/>
                        <a:pt x="147" y="227"/>
                      </a:cubicBezTo>
                      <a:cubicBezTo>
                        <a:pt x="143" y="229"/>
                        <a:pt x="139" y="231"/>
                        <a:pt x="134" y="233"/>
                      </a:cubicBezTo>
                      <a:cubicBezTo>
                        <a:pt x="130" y="235"/>
                        <a:pt x="126" y="237"/>
                        <a:pt x="122" y="238"/>
                      </a:cubicBezTo>
                      <a:lnTo>
                        <a:pt x="122" y="256"/>
                      </a:lnTo>
                      <a:cubicBezTo>
                        <a:pt x="125" y="255"/>
                        <a:pt x="129" y="254"/>
                        <a:pt x="132" y="253"/>
                      </a:cubicBezTo>
                      <a:cubicBezTo>
                        <a:pt x="136" y="251"/>
                        <a:pt x="140" y="249"/>
                        <a:pt x="143" y="247"/>
                      </a:cubicBezTo>
                      <a:cubicBezTo>
                        <a:pt x="146" y="246"/>
                        <a:pt x="150" y="244"/>
                        <a:pt x="153" y="242"/>
                      </a:cubicBezTo>
                      <a:cubicBezTo>
                        <a:pt x="155" y="240"/>
                        <a:pt x="156" y="238"/>
                        <a:pt x="158" y="237"/>
                      </a:cubicBezTo>
                      <a:lnTo>
                        <a:pt x="158" y="374"/>
                      </a:lnTo>
                      <a:lnTo>
                        <a:pt x="176" y="374"/>
                      </a:lnTo>
                      <a:lnTo>
                        <a:pt x="176" y="212"/>
                      </a:lnTo>
                      <a:lnTo>
                        <a:pt x="169" y="212"/>
                      </a:lnTo>
                      <a:close/>
                      <a:moveTo>
                        <a:pt x="277" y="213"/>
                      </a:moveTo>
                      <a:cubicBezTo>
                        <a:pt x="268" y="213"/>
                        <a:pt x="260" y="214"/>
                        <a:pt x="254" y="217"/>
                      </a:cubicBezTo>
                      <a:cubicBezTo>
                        <a:pt x="248" y="219"/>
                        <a:pt x="241" y="223"/>
                        <a:pt x="236" y="228"/>
                      </a:cubicBezTo>
                      <a:lnTo>
                        <a:pt x="236" y="247"/>
                      </a:lnTo>
                      <a:cubicBezTo>
                        <a:pt x="239" y="245"/>
                        <a:pt x="242" y="242"/>
                        <a:pt x="245" y="240"/>
                      </a:cubicBezTo>
                      <a:cubicBezTo>
                        <a:pt x="248" y="237"/>
                        <a:pt x="251" y="235"/>
                        <a:pt x="254" y="233"/>
                      </a:cubicBezTo>
                      <a:cubicBezTo>
                        <a:pt x="257" y="232"/>
                        <a:pt x="260" y="231"/>
                        <a:pt x="264" y="230"/>
                      </a:cubicBezTo>
                      <a:cubicBezTo>
                        <a:pt x="267" y="229"/>
                        <a:pt x="271" y="228"/>
                        <a:pt x="274" y="228"/>
                      </a:cubicBezTo>
                      <a:cubicBezTo>
                        <a:pt x="278" y="228"/>
                        <a:pt x="282" y="229"/>
                        <a:pt x="286" y="230"/>
                      </a:cubicBezTo>
                      <a:cubicBezTo>
                        <a:pt x="289" y="231"/>
                        <a:pt x="293" y="233"/>
                        <a:pt x="295" y="235"/>
                      </a:cubicBezTo>
                      <a:cubicBezTo>
                        <a:pt x="298" y="237"/>
                        <a:pt x="300" y="241"/>
                        <a:pt x="302" y="245"/>
                      </a:cubicBezTo>
                      <a:cubicBezTo>
                        <a:pt x="303" y="248"/>
                        <a:pt x="303" y="252"/>
                        <a:pt x="303" y="257"/>
                      </a:cubicBezTo>
                      <a:cubicBezTo>
                        <a:pt x="303" y="261"/>
                        <a:pt x="304" y="266"/>
                        <a:pt x="303" y="269"/>
                      </a:cubicBezTo>
                      <a:cubicBezTo>
                        <a:pt x="302" y="273"/>
                        <a:pt x="300" y="277"/>
                        <a:pt x="297" y="281"/>
                      </a:cubicBezTo>
                      <a:cubicBezTo>
                        <a:pt x="295" y="285"/>
                        <a:pt x="291" y="289"/>
                        <a:pt x="288" y="292"/>
                      </a:cubicBezTo>
                      <a:cubicBezTo>
                        <a:pt x="284" y="296"/>
                        <a:pt x="279" y="300"/>
                        <a:pt x="273" y="304"/>
                      </a:cubicBezTo>
                      <a:cubicBezTo>
                        <a:pt x="265" y="310"/>
                        <a:pt x="259" y="315"/>
                        <a:pt x="253" y="320"/>
                      </a:cubicBezTo>
                      <a:cubicBezTo>
                        <a:pt x="248" y="324"/>
                        <a:pt x="243" y="329"/>
                        <a:pt x="240" y="334"/>
                      </a:cubicBezTo>
                      <a:cubicBezTo>
                        <a:pt x="237" y="339"/>
                        <a:pt x="234" y="343"/>
                        <a:pt x="233" y="348"/>
                      </a:cubicBezTo>
                      <a:cubicBezTo>
                        <a:pt x="231" y="353"/>
                        <a:pt x="230" y="360"/>
                        <a:pt x="230" y="367"/>
                      </a:cubicBezTo>
                      <a:lnTo>
                        <a:pt x="230" y="374"/>
                      </a:lnTo>
                      <a:lnTo>
                        <a:pt x="328" y="374"/>
                      </a:lnTo>
                      <a:lnTo>
                        <a:pt x="328" y="358"/>
                      </a:lnTo>
                      <a:lnTo>
                        <a:pt x="250" y="358"/>
                      </a:lnTo>
                      <a:cubicBezTo>
                        <a:pt x="250" y="353"/>
                        <a:pt x="250" y="349"/>
                        <a:pt x="251" y="346"/>
                      </a:cubicBezTo>
                      <a:cubicBezTo>
                        <a:pt x="252" y="343"/>
                        <a:pt x="254" y="340"/>
                        <a:pt x="257" y="337"/>
                      </a:cubicBezTo>
                      <a:cubicBezTo>
                        <a:pt x="259" y="333"/>
                        <a:pt x="263" y="330"/>
                        <a:pt x="268" y="326"/>
                      </a:cubicBezTo>
                      <a:cubicBezTo>
                        <a:pt x="273" y="322"/>
                        <a:pt x="279" y="318"/>
                        <a:pt x="287" y="313"/>
                      </a:cubicBezTo>
                      <a:cubicBezTo>
                        <a:pt x="293" y="308"/>
                        <a:pt x="298" y="304"/>
                        <a:pt x="303" y="299"/>
                      </a:cubicBezTo>
                      <a:cubicBezTo>
                        <a:pt x="307" y="295"/>
                        <a:pt x="310" y="292"/>
                        <a:pt x="313" y="287"/>
                      </a:cubicBezTo>
                      <a:cubicBezTo>
                        <a:pt x="316" y="283"/>
                        <a:pt x="319" y="278"/>
                        <a:pt x="320" y="273"/>
                      </a:cubicBezTo>
                      <a:cubicBezTo>
                        <a:pt x="322" y="268"/>
                        <a:pt x="322" y="262"/>
                        <a:pt x="322" y="255"/>
                      </a:cubicBezTo>
                      <a:cubicBezTo>
                        <a:pt x="322" y="249"/>
                        <a:pt x="321" y="243"/>
                        <a:pt x="318" y="238"/>
                      </a:cubicBezTo>
                      <a:cubicBezTo>
                        <a:pt x="316" y="232"/>
                        <a:pt x="313" y="227"/>
                        <a:pt x="309" y="224"/>
                      </a:cubicBezTo>
                      <a:cubicBezTo>
                        <a:pt x="305" y="220"/>
                        <a:pt x="300" y="218"/>
                        <a:pt x="295" y="216"/>
                      </a:cubicBezTo>
                      <a:cubicBezTo>
                        <a:pt x="289" y="214"/>
                        <a:pt x="283" y="213"/>
                        <a:pt x="277" y="213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800" spc="-8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6DC48F6-69C5-66EC-024F-0B521A4DDD5E}"/>
                </a:ext>
              </a:extLst>
            </p:cNvPr>
            <p:cNvSpPr/>
            <p:nvPr/>
          </p:nvSpPr>
          <p:spPr>
            <a:xfrm>
              <a:off x="743415" y="1964607"/>
              <a:ext cx="306421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등록일</a:t>
              </a:r>
            </a:p>
          </p:txBody>
        </p:sp>
        <p:sp>
          <p:nvSpPr>
            <p:cNvPr id="10" name="모서리가 둥근 직사각형 29">
              <a:extLst>
                <a:ext uri="{FF2B5EF4-FFF2-40B4-BE49-F238E27FC236}">
                  <a16:creationId xmlns:a16="http://schemas.microsoft.com/office/drawing/2014/main" id="{BA954CD0-5F59-0C5D-411A-360A423B6845}"/>
                </a:ext>
              </a:extLst>
            </p:cNvPr>
            <p:cNvSpPr/>
            <p:nvPr/>
          </p:nvSpPr>
          <p:spPr>
            <a:xfrm>
              <a:off x="3257392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전체</a:t>
              </a:r>
            </a:p>
          </p:txBody>
        </p:sp>
        <p:sp>
          <p:nvSpPr>
            <p:cNvPr id="11" name="모서리가 둥근 직사각형 29">
              <a:extLst>
                <a:ext uri="{FF2B5EF4-FFF2-40B4-BE49-F238E27FC236}">
                  <a16:creationId xmlns:a16="http://schemas.microsoft.com/office/drawing/2014/main" id="{F9749977-BADE-31D4-8222-F10FEC41034A}"/>
                </a:ext>
              </a:extLst>
            </p:cNvPr>
            <p:cNvSpPr/>
            <p:nvPr/>
          </p:nvSpPr>
          <p:spPr>
            <a:xfrm>
              <a:off x="3670439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</a:t>
              </a:r>
            </a:p>
          </p:txBody>
        </p:sp>
        <p:sp>
          <p:nvSpPr>
            <p:cNvPr id="12" name="모서리가 둥근 직사각형 29">
              <a:extLst>
                <a:ext uri="{FF2B5EF4-FFF2-40B4-BE49-F238E27FC236}">
                  <a16:creationId xmlns:a16="http://schemas.microsoft.com/office/drawing/2014/main" id="{49DF95A4-C8A9-94B8-2270-94A62D772BDA}"/>
                </a:ext>
              </a:extLst>
            </p:cNvPr>
            <p:cNvSpPr/>
            <p:nvPr/>
          </p:nvSpPr>
          <p:spPr>
            <a:xfrm>
              <a:off x="4088450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</a:t>
              </a:r>
            </a:p>
          </p:txBody>
        </p:sp>
        <p:sp>
          <p:nvSpPr>
            <p:cNvPr id="13" name="모서리가 둥근 직사각형 29">
              <a:extLst>
                <a:ext uri="{FF2B5EF4-FFF2-40B4-BE49-F238E27FC236}">
                  <a16:creationId xmlns:a16="http://schemas.microsoft.com/office/drawing/2014/main" id="{40A8E109-5AD7-DE18-EB8D-1BAD37796E47}"/>
                </a:ext>
              </a:extLst>
            </p:cNvPr>
            <p:cNvSpPr/>
            <p:nvPr/>
          </p:nvSpPr>
          <p:spPr>
            <a:xfrm>
              <a:off x="4506563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14" name="모서리가 둥근 직사각형 29">
              <a:extLst>
                <a:ext uri="{FF2B5EF4-FFF2-40B4-BE49-F238E27FC236}">
                  <a16:creationId xmlns:a16="http://schemas.microsoft.com/office/drawing/2014/main" id="{F5300401-5CD1-6BFE-18EF-F9854981A9B9}"/>
                </a:ext>
              </a:extLst>
            </p:cNvPr>
            <p:cNvSpPr/>
            <p:nvPr/>
          </p:nvSpPr>
          <p:spPr>
            <a:xfrm>
              <a:off x="4924186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15" name="모서리가 둥근 직사각형 29">
              <a:extLst>
                <a:ext uri="{FF2B5EF4-FFF2-40B4-BE49-F238E27FC236}">
                  <a16:creationId xmlns:a16="http://schemas.microsoft.com/office/drawing/2014/main" id="{6592FAA9-1A1B-7867-7759-A564BC2678A0}"/>
                </a:ext>
              </a:extLst>
            </p:cNvPr>
            <p:cNvSpPr/>
            <p:nvPr/>
          </p:nvSpPr>
          <p:spPr>
            <a:xfrm>
              <a:off x="5341809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16" name="모서리가 둥근 직사각형 29">
              <a:extLst>
                <a:ext uri="{FF2B5EF4-FFF2-40B4-BE49-F238E27FC236}">
                  <a16:creationId xmlns:a16="http://schemas.microsoft.com/office/drawing/2014/main" id="{575C4324-7621-0228-1B5A-CA9B2800A8C2}"/>
                </a:ext>
              </a:extLst>
            </p:cNvPr>
            <p:cNvSpPr/>
            <p:nvPr/>
          </p:nvSpPr>
          <p:spPr>
            <a:xfrm>
              <a:off x="5759432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</a:t>
              </a:r>
            </a:p>
          </p:txBody>
        </p: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A2AEA81-28DD-71AC-7A81-31801451F1AF}"/>
              </a:ext>
            </a:extLst>
          </p:cNvPr>
          <p:cNvSpPr/>
          <p:nvPr/>
        </p:nvSpPr>
        <p:spPr>
          <a:xfrm>
            <a:off x="409662" y="2472878"/>
            <a:ext cx="729934" cy="215444"/>
          </a:xfrm>
          <a:prstGeom prst="rect">
            <a:avLst/>
          </a:prstGeom>
        </p:spPr>
        <p:txBody>
          <a:bodyPr wrap="none" lIns="0" rIns="72000">
            <a:spAutoFit/>
          </a:bodyPr>
          <a:lstStyle/>
          <a:p>
            <a:r>
              <a:rPr lang="ko-KR" altLang="en-US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 </a:t>
            </a:r>
            <a:r>
              <a:rPr lang="en-US" altLang="ko-KR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Page 1/5</a:t>
            </a:r>
            <a:endParaRPr lang="ko-KR" altLang="en-US" sz="800" spc="-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5A02CC2-3E4D-9042-19E3-7449FB3BBB93}"/>
              </a:ext>
            </a:extLst>
          </p:cNvPr>
          <p:cNvSpPr/>
          <p:nvPr/>
        </p:nvSpPr>
        <p:spPr>
          <a:xfrm>
            <a:off x="8507741" y="2484555"/>
            <a:ext cx="662176" cy="21874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spc="-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선택삭제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929996A-0BC3-372B-19CF-79CD9C750B07}"/>
              </a:ext>
            </a:extLst>
          </p:cNvPr>
          <p:cNvSpPr/>
          <p:nvPr/>
        </p:nvSpPr>
        <p:spPr>
          <a:xfrm>
            <a:off x="7783786" y="2484555"/>
            <a:ext cx="662176" cy="218749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pc="-8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등록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2AFFCE6B-38B2-F70E-DCC7-F90462A3A2F2}"/>
              </a:ext>
            </a:extLst>
          </p:cNvPr>
          <p:cNvGrpSpPr/>
          <p:nvPr/>
        </p:nvGrpSpPr>
        <p:grpSpPr>
          <a:xfrm>
            <a:off x="7085491" y="2456463"/>
            <a:ext cx="639410" cy="307299"/>
            <a:chOff x="6291931" y="2941357"/>
            <a:chExt cx="639410" cy="307299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68057FFF-CF5E-C6F6-2C30-9543D786FCE6}"/>
                </a:ext>
              </a:extLst>
            </p:cNvPr>
            <p:cNvSpPr/>
            <p:nvPr/>
          </p:nvSpPr>
          <p:spPr>
            <a:xfrm>
              <a:off x="6291931" y="2972404"/>
              <a:ext cx="623877" cy="219600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45720" rIns="18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atinLnBrk="0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 씩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C6790FBF-772B-BAE8-7EE0-613B13543A2E}"/>
                </a:ext>
              </a:extLst>
            </p:cNvPr>
            <p:cNvSpPr/>
            <p:nvPr/>
          </p:nvSpPr>
          <p:spPr>
            <a:xfrm>
              <a:off x="6752626" y="2941357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33FA499B-E3AE-3962-2D8B-25938158A745}"/>
              </a:ext>
            </a:extLst>
          </p:cNvPr>
          <p:cNvSpPr txBox="1"/>
          <p:nvPr/>
        </p:nvSpPr>
        <p:spPr>
          <a:xfrm>
            <a:off x="3166201" y="6390017"/>
            <a:ext cx="3359829" cy="2098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ko-KR" sz="8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《   〈     </a:t>
            </a:r>
            <a:r>
              <a:rPr lang="en-US" altLang="ko-KR" sz="800" b="1" u="sng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en-US" altLang="ko-KR" sz="800" u="sng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2     3     4     5     〉   》</a:t>
            </a:r>
            <a:endParaRPr lang="ko-KR" altLang="en-US" sz="800" spc="-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315A8-5A28-BBC6-AA62-87086FF9C7A4}"/>
              </a:ext>
            </a:extLst>
          </p:cNvPr>
          <p:cNvSpPr txBox="1"/>
          <p:nvPr/>
        </p:nvSpPr>
        <p:spPr>
          <a:xfrm>
            <a:off x="7778837" y="887607"/>
            <a:ext cx="15151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🏚️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공연정보 관리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 목록 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97CFBAD6-9DA1-EAF9-6DE2-9DC82671F7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af-ZA" altLang="ko-KR" dirty="0"/>
              <a:t>PF01-001</a:t>
            </a:r>
            <a:endParaRPr lang="en-US" altLang="ko-KR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EDDCA397-40E3-7CB1-E6EE-71089EBF9283}"/>
              </a:ext>
            </a:extLst>
          </p:cNvPr>
          <p:cNvGrpSpPr/>
          <p:nvPr/>
        </p:nvGrpSpPr>
        <p:grpSpPr>
          <a:xfrm>
            <a:off x="956075" y="3066653"/>
            <a:ext cx="467853" cy="3197481"/>
            <a:chOff x="1413381" y="1659572"/>
            <a:chExt cx="594034" cy="4328628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CA9DD9B9-1254-FA57-AB35-66D3D2C7A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5927"/>
            <a:stretch>
              <a:fillRect/>
            </a:stretch>
          </p:blipFill>
          <p:spPr>
            <a:xfrm>
              <a:off x="1413381" y="1659572"/>
              <a:ext cx="594034" cy="831849"/>
            </a:xfrm>
            <a:prstGeom prst="rect">
              <a:avLst/>
            </a:prstGeom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961A7006-2813-1D40-C262-75E975C79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5927"/>
            <a:stretch>
              <a:fillRect/>
            </a:stretch>
          </p:blipFill>
          <p:spPr>
            <a:xfrm>
              <a:off x="1413381" y="2533767"/>
              <a:ext cx="594034" cy="831849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AD5D5DC9-CC3D-F93A-2D1E-6485FDB42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5927"/>
            <a:stretch>
              <a:fillRect/>
            </a:stretch>
          </p:blipFill>
          <p:spPr>
            <a:xfrm>
              <a:off x="1413381" y="3407962"/>
              <a:ext cx="594034" cy="831849"/>
            </a:xfrm>
            <a:prstGeom prst="rect">
              <a:avLst/>
            </a:prstGeom>
          </p:spPr>
        </p:pic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AFCAB51A-8BDF-00E7-F2B0-BEDF2AA3A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5927"/>
            <a:stretch>
              <a:fillRect/>
            </a:stretch>
          </p:blipFill>
          <p:spPr>
            <a:xfrm>
              <a:off x="1413381" y="4282157"/>
              <a:ext cx="594034" cy="831849"/>
            </a:xfrm>
            <a:prstGeom prst="rect">
              <a:avLst/>
            </a:prstGeom>
          </p:spPr>
        </p:pic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16827681-EE44-C41A-27B6-EE260E847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5927"/>
            <a:stretch>
              <a:fillRect/>
            </a:stretch>
          </p:blipFill>
          <p:spPr>
            <a:xfrm>
              <a:off x="1413381" y="5156351"/>
              <a:ext cx="594034" cy="831849"/>
            </a:xfrm>
            <a:prstGeom prst="rect">
              <a:avLst/>
            </a:prstGeom>
          </p:spPr>
        </p:pic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FE811CD-8D5F-1362-E1F2-F321E39815D9}"/>
              </a:ext>
            </a:extLst>
          </p:cNvPr>
          <p:cNvSpPr/>
          <p:nvPr/>
        </p:nvSpPr>
        <p:spPr>
          <a:xfrm>
            <a:off x="548640" y="3035373"/>
            <a:ext cx="8608060" cy="677032"/>
          </a:xfrm>
          <a:prstGeom prst="rect">
            <a:avLst/>
          </a:prstGeom>
          <a:noFill/>
          <a:ln>
            <a:solidFill>
              <a:srgbClr val="56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05" name="Group 160">
            <a:extLst>
              <a:ext uri="{FF2B5EF4-FFF2-40B4-BE49-F238E27FC236}">
                <a16:creationId xmlns:a16="http://schemas.microsoft.com/office/drawing/2014/main" id="{201E4FF5-E42A-8A2D-32B1-AA16B667E64A}"/>
              </a:ext>
            </a:extLst>
          </p:cNvPr>
          <p:cNvGraphicFramePr>
            <a:graphicFrameLocks noGrp="1"/>
          </p:cNvGraphicFramePr>
          <p:nvPr/>
        </p:nvGraphicFramePr>
        <p:xfrm>
          <a:off x="9521825" y="436797"/>
          <a:ext cx="2664000" cy="4030555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</a:p>
                  </a:txBody>
                  <a:tcPr marL="83041" marR="83041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공연정보 관리 </a:t>
                      </a: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kumimoji="1" lang="ko-KR" altLang="en-US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목록 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목록 확인 및 등록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삭제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수정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공통영역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kumimoji="1" lang="ko-KR" altLang="en-US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관리자페이지 중복기능 통합 가이드</a:t>
                      </a: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 p.4</a:t>
                      </a:r>
                    </a:p>
                  </a:txBody>
                  <a:tcPr marL="72000" marR="36000" marT="72000" marB="72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56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 영역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키워드 입력필드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셀렉트박스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),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공연명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 영역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상세 설정</a:t>
                      </a:r>
                      <a:endParaRPr kumimoji="1" lang="en-US" altLang="ko-KR" sz="8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Pretendard" panose="02000503000000020004" pitchFamily="2" charset="-127"/>
                        <a:buChar char="⁃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닫힌상태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Pretendard" panose="02000503000000020004" pitchFamily="2" charset="-127"/>
                        <a:buChar char="⁃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상세 설정 </a:t>
                      </a:r>
                      <a:r>
                        <a:rPr lang="ko-KR" altLang="en-US" sz="800" spc="-8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▼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옵션 검색 영역 노출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Pretendard" panose="02000503000000020004" pitchFamily="2" charset="-127"/>
                        <a:buChar char="⁃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상세 설정 화면에서 상세 확인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19339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게시판 항목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(10x5)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일괄 체크 박스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게시물 전체 선택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개별 체크 박스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게시물 개별 선택 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최신 등록순으로 상단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포스터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등록된 포스터 이미지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공연명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등록된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공연명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공연종류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대관공연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기획공연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공연장 : 파랑아트홀/검정아트홀/검정아트홀/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노랑아트홀/야외공연장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공연기간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등록된 공연기간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예매 기간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등록된 예매기간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등록일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YYYY.MM.DD HH:MM:SS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 표시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상태 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예정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오늘 일자가 공연기간 보다 작을 경우 출력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 중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오늘 일자가 공연기간에 포함 될 경우 출력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종료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오늘 일자가 공연기간보다 클 경우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22481"/>
                  </a:ext>
                </a:extLst>
              </a:tr>
            </a:tbl>
          </a:graphicData>
        </a:graphic>
      </p:graphicFrame>
      <p:sp>
        <p:nvSpPr>
          <p:cNvPr id="111" name="타원 110">
            <a:extLst>
              <a:ext uri="{FF2B5EF4-FFF2-40B4-BE49-F238E27FC236}">
                <a16:creationId xmlns:a16="http://schemas.microsoft.com/office/drawing/2014/main" id="{BF985E7F-4378-FA2C-7E62-6163B98E8600}"/>
              </a:ext>
            </a:extLst>
          </p:cNvPr>
          <p:cNvSpPr/>
          <p:nvPr/>
        </p:nvSpPr>
        <p:spPr>
          <a:xfrm>
            <a:off x="467868" y="1220390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05AC15C0-8BED-256F-6420-2085F9EC53CB}"/>
              </a:ext>
            </a:extLst>
          </p:cNvPr>
          <p:cNvSpPr/>
          <p:nvPr/>
        </p:nvSpPr>
        <p:spPr>
          <a:xfrm>
            <a:off x="625640" y="2670028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D3735A9-9455-07EF-0041-993BC23CFC3B}"/>
              </a:ext>
            </a:extLst>
          </p:cNvPr>
          <p:cNvGrpSpPr/>
          <p:nvPr/>
        </p:nvGrpSpPr>
        <p:grpSpPr>
          <a:xfrm>
            <a:off x="7916054" y="1542809"/>
            <a:ext cx="1160774" cy="215444"/>
            <a:chOff x="8082202" y="1482693"/>
            <a:chExt cx="1006065" cy="215444"/>
          </a:xfrm>
        </p:grpSpPr>
        <p:sp>
          <p:nvSpPr>
            <p:cNvPr id="44" name="모서리가 둥근 직사각형 29">
              <a:extLst>
                <a:ext uri="{FF2B5EF4-FFF2-40B4-BE49-F238E27FC236}">
                  <a16:creationId xmlns:a16="http://schemas.microsoft.com/office/drawing/2014/main" id="{674B9D60-1878-CA7C-AB5E-403BEDB563F2}"/>
                </a:ext>
              </a:extLst>
            </p:cNvPr>
            <p:cNvSpPr/>
            <p:nvPr/>
          </p:nvSpPr>
          <p:spPr>
            <a:xfrm>
              <a:off x="8580120" y="1482693"/>
              <a:ext cx="508147" cy="215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설정 ▼</a:t>
              </a:r>
            </a:p>
          </p:txBody>
        </p:sp>
        <p:sp>
          <p:nvSpPr>
            <p:cNvPr id="45" name="모서리가 둥근 직사각형 29">
              <a:extLst>
                <a:ext uri="{FF2B5EF4-FFF2-40B4-BE49-F238E27FC236}">
                  <a16:creationId xmlns:a16="http://schemas.microsoft.com/office/drawing/2014/main" id="{C1F8C5BC-5B81-722F-638C-7FBE57CD2BD5}"/>
                </a:ext>
              </a:extLst>
            </p:cNvPr>
            <p:cNvSpPr/>
            <p:nvPr/>
          </p:nvSpPr>
          <p:spPr>
            <a:xfrm>
              <a:off x="8082202" y="1482693"/>
              <a:ext cx="457425" cy="215444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66F3D10-6AFD-7474-B492-7AA5D767E6FE}"/>
              </a:ext>
            </a:extLst>
          </p:cNvPr>
          <p:cNvGrpSpPr/>
          <p:nvPr/>
        </p:nvGrpSpPr>
        <p:grpSpPr>
          <a:xfrm>
            <a:off x="756297" y="1214990"/>
            <a:ext cx="2735427" cy="226800"/>
            <a:chOff x="785938" y="1834438"/>
            <a:chExt cx="2735427" cy="226800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CE203F0D-0AE3-8C5C-712A-34949C28E99A}"/>
                </a:ext>
              </a:extLst>
            </p:cNvPr>
            <p:cNvSpPr/>
            <p:nvPr/>
          </p:nvSpPr>
          <p:spPr>
            <a:xfrm>
              <a:off x="785938" y="1845794"/>
              <a:ext cx="306421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검색어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0DBD82A-A0FB-34D3-BC43-84AC48DEE359}"/>
                </a:ext>
              </a:extLst>
            </p:cNvPr>
            <p:cNvSpPr/>
            <p:nvPr/>
          </p:nvSpPr>
          <p:spPr>
            <a:xfrm>
              <a:off x="1941708" y="1834438"/>
              <a:ext cx="1579657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tlCol="0" anchor="ctr"/>
            <a:lstStyle/>
            <a:p>
              <a:r>
                <a:rPr lang="ko-KR" altLang="en-US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검색어를 입력해주세요</a:t>
              </a:r>
              <a:r>
                <a:rPr lang="en-US" altLang="ko-KR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ko-KR" altLang="en-US" sz="800" spc="-8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F9CB58D-63A4-2E16-229B-1782427B19E8}"/>
              </a:ext>
            </a:extLst>
          </p:cNvPr>
          <p:cNvGrpSpPr/>
          <p:nvPr/>
        </p:nvGrpSpPr>
        <p:grpSpPr>
          <a:xfrm>
            <a:off x="1240958" y="1169595"/>
            <a:ext cx="567933" cy="307299"/>
            <a:chOff x="1249583" y="948238"/>
            <a:chExt cx="567933" cy="307299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D5344894-DECC-C990-C39E-79D7D71F9A00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 전체  </a:t>
              </a: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05366DD-D264-0CCD-DF4A-EB3650283058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4" name="타원 23">
            <a:extLst>
              <a:ext uri="{FF2B5EF4-FFF2-40B4-BE49-F238E27FC236}">
                <a16:creationId xmlns:a16="http://schemas.microsoft.com/office/drawing/2014/main" id="{62D5F915-3004-6CA3-94F9-B4BAD837A7A7}"/>
              </a:ext>
            </a:extLst>
          </p:cNvPr>
          <p:cNvSpPr/>
          <p:nvPr/>
        </p:nvSpPr>
        <p:spPr>
          <a:xfrm>
            <a:off x="8457997" y="1398917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3721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82C18-78C4-6AA1-D637-5322E2A40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77FBE42-1141-9C1D-9C9F-41B17CD59A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공연 목록 화면 </a:t>
            </a:r>
            <a:r>
              <a:rPr lang="en-US" altLang="ko-KR" dirty="0"/>
              <a:t>(</a:t>
            </a:r>
            <a:r>
              <a:rPr lang="ko-KR" altLang="en-US" dirty="0"/>
              <a:t>상세 설정 펼침</a:t>
            </a:r>
            <a:r>
              <a:rPr lang="en-US" altLang="ko-KR" dirty="0"/>
              <a:t>)	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A57683-18F6-757E-4B16-159BF37E94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Home &gt; </a:t>
            </a:r>
            <a:r>
              <a:rPr lang="ko-KR" altLang="en-US" dirty="0"/>
              <a:t>공연정보 관리 </a:t>
            </a:r>
            <a:r>
              <a:rPr lang="en-US" altLang="ko-KR" dirty="0"/>
              <a:t>&gt; </a:t>
            </a:r>
            <a:r>
              <a:rPr lang="ko-KR" altLang="en-US" dirty="0"/>
              <a:t>공연 목록 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E6AC161A-74E0-AAD2-AF9F-48022093D8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af-ZA" altLang="ko-KR" dirty="0"/>
              <a:t>PF01-001</a:t>
            </a:r>
            <a:endParaRPr lang="en-US" altLang="ko-KR" dirty="0"/>
          </a:p>
        </p:txBody>
      </p:sp>
      <p:graphicFrame>
        <p:nvGraphicFramePr>
          <p:cNvPr id="105" name="Group 160">
            <a:extLst>
              <a:ext uri="{FF2B5EF4-FFF2-40B4-BE49-F238E27FC236}">
                <a16:creationId xmlns:a16="http://schemas.microsoft.com/office/drawing/2014/main" id="{0D115109-EC9C-966D-2C99-3EEAC41D2696}"/>
              </a:ext>
            </a:extLst>
          </p:cNvPr>
          <p:cNvGraphicFramePr>
            <a:graphicFrameLocks noGrp="1"/>
          </p:cNvGraphicFramePr>
          <p:nvPr/>
        </p:nvGraphicFramePr>
        <p:xfrm>
          <a:off x="9521825" y="436797"/>
          <a:ext cx="2664000" cy="2854196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</a:p>
                  </a:txBody>
                  <a:tcPr marL="83041" marR="83041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공연정보 관리 </a:t>
                      </a: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kumimoji="1" lang="ko-KR" altLang="en-US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목록 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목록 확인 및 등록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삭제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수정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공통영역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kumimoji="1" lang="ko-KR" altLang="en-US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관리자페이지 중복기능 통합 가이드</a:t>
                      </a: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 p.4</a:t>
                      </a:r>
                    </a:p>
                  </a:txBody>
                  <a:tcPr marL="72000" marR="36000" marT="72000" marB="72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56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 영역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상세 설정</a:t>
                      </a:r>
                      <a:endParaRPr kumimoji="1" lang="en-US" altLang="ko-KR" sz="8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Pretendard" panose="02000503000000020004" pitchFamily="2" charset="-127"/>
                        <a:buChar char="⁃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상세 설정 </a:t>
                      </a:r>
                      <a:r>
                        <a:rPr lang="ko-KR" altLang="en-US" sz="800" spc="-8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▲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옵션 검색 영역 닫힘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19339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 영역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상세 설정 검색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기본값은 체크박스 모두 선택 상태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및 다중 선택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공연구분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기획공연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대관공연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공연장 : 전체/파랑아트홀/검정아트홀/노랑아트홀/야외공연장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판매상태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예정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판매중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종료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장르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뮤지컬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대중음악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클래식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무용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아동가족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연극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국악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기타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기간 선택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252000" marR="0" lvl="1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드롭다운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공연기간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예매기간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252000" marR="0" lvl="1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데이터피커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날짜 선택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종료일이 시작일보다 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크면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Alert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표시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168751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07E13622-7EEC-2BE3-64F2-7C2B4E895DEB}"/>
              </a:ext>
            </a:extLst>
          </p:cNvPr>
          <p:cNvSpPr txBox="1"/>
          <p:nvPr/>
        </p:nvSpPr>
        <p:spPr>
          <a:xfrm>
            <a:off x="390956" y="874712"/>
            <a:ext cx="166834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20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 목록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63D45C6-8D86-FA5D-A7B5-EEEA76105F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9433" y="1105630"/>
            <a:ext cx="8789310" cy="17442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A61A257-034E-E545-E17F-B2F30DDDB0EB}"/>
              </a:ext>
            </a:extLst>
          </p:cNvPr>
          <p:cNvGrpSpPr/>
          <p:nvPr/>
        </p:nvGrpSpPr>
        <p:grpSpPr>
          <a:xfrm>
            <a:off x="735120" y="1509939"/>
            <a:ext cx="5394054" cy="251319"/>
            <a:chOff x="743415" y="1951759"/>
            <a:chExt cx="5394054" cy="251319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FEC266D1-F28F-23A6-DDAB-F5703131F3DC}"/>
                </a:ext>
              </a:extLst>
            </p:cNvPr>
            <p:cNvGrpSpPr/>
            <p:nvPr/>
          </p:nvGrpSpPr>
          <p:grpSpPr>
            <a:xfrm>
              <a:off x="1249253" y="1951759"/>
              <a:ext cx="1966912" cy="248314"/>
              <a:chOff x="2402603" y="3523946"/>
              <a:chExt cx="1966912" cy="248314"/>
            </a:xfrm>
          </p:grpSpPr>
          <p:grpSp>
            <p:nvGrpSpPr>
              <p:cNvPr id="41" name="Date Field" descr="&lt;SmartSettings&gt;&lt;SmartResize enabled=&quot;True&quot; minWidth=&quot;20&quot; minHeight=&quot;13&quot; /&gt;&lt;/SmartSettings&gt;">
                <a:extLst>
                  <a:ext uri="{FF2B5EF4-FFF2-40B4-BE49-F238E27FC236}">
                    <a16:creationId xmlns:a16="http://schemas.microsoft.com/office/drawing/2014/main" id="{6CF892C3-7F7D-368A-C96A-F63B40E812FB}"/>
                  </a:ext>
                </a:extLst>
              </p:cNvPr>
              <p:cNvGrpSpPr/>
              <p:nvPr/>
            </p:nvGrpSpPr>
            <p:grpSpPr>
              <a:xfrm>
                <a:off x="2402603" y="3523946"/>
                <a:ext cx="890673" cy="241092"/>
                <a:chOff x="928689" y="1251717"/>
                <a:chExt cx="756980" cy="241092"/>
              </a:xfrm>
            </p:grpSpPr>
            <p:sp>
              <p:nvSpPr>
                <p:cNvPr id="54" name="Text Box">
                  <a:extLst>
                    <a:ext uri="{FF2B5EF4-FFF2-40B4-BE49-F238E27FC236}">
                      <a16:creationId xmlns:a16="http://schemas.microsoft.com/office/drawing/2014/main" id="{220BF501-5B76-B130-0978-14AE939ED113}"/>
                    </a:ext>
                  </a:extLst>
                </p:cNvPr>
                <p:cNvSpPr/>
                <p:nvPr/>
              </p:nvSpPr>
              <p:spPr>
                <a:xfrm>
                  <a:off x="928689" y="1251717"/>
                  <a:ext cx="756980" cy="24109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txBody>
  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atinLnBrk="1"/>
                  <a:r>
                    <a:rPr lang="ko-KR" altLang="en-US" sz="800" spc="-80" dirty="0">
                      <a:solidFill>
                        <a:srgbClr val="7F7F7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날짜선택</a:t>
                  </a:r>
                  <a:endParaRPr lang="en-US" sz="800" spc="-80" dirty="0">
                    <a:solidFill>
                      <a:srgbClr val="7F7F7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62" name="Date Picker Icon" descr="&lt;Tags&gt;&lt;SMARTRESIZEANCHORS&gt;None,None,None,Absolute&lt;/SMARTRESIZEANCHORS&gt;&lt;/Tags&gt;">
                  <a:extLst>
                    <a:ext uri="{FF2B5EF4-FFF2-40B4-BE49-F238E27FC236}">
                      <a16:creationId xmlns:a16="http://schemas.microsoft.com/office/drawing/2014/main" id="{728B9F3A-50D4-E01E-644E-C25F22EC088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1064" y="1295204"/>
                  <a:ext cx="151264" cy="154118"/>
                </a:xfrm>
                <a:custGeom>
                  <a:avLst/>
                  <a:gdLst>
                    <a:gd name="T0" fmla="*/ 115 w 450"/>
                    <a:gd name="T1" fmla="*/ 79 h 445"/>
                    <a:gd name="T2" fmla="*/ 132 w 450"/>
                    <a:gd name="T3" fmla="*/ 0 h 445"/>
                    <a:gd name="T4" fmla="*/ 318 w 450"/>
                    <a:gd name="T5" fmla="*/ 0 h 445"/>
                    <a:gd name="T6" fmla="*/ 336 w 450"/>
                    <a:gd name="T7" fmla="*/ 79 h 445"/>
                    <a:gd name="T8" fmla="*/ 318 w 450"/>
                    <a:gd name="T9" fmla="*/ 0 h 445"/>
                    <a:gd name="T10" fmla="*/ 0 w 450"/>
                    <a:gd name="T11" fmla="*/ 445 h 445"/>
                    <a:gd name="T12" fmla="*/ 450 w 450"/>
                    <a:gd name="T13" fmla="*/ 39 h 445"/>
                    <a:gd name="T14" fmla="*/ 360 w 450"/>
                    <a:gd name="T15" fmla="*/ 57 h 445"/>
                    <a:gd name="T16" fmla="*/ 432 w 450"/>
                    <a:gd name="T17" fmla="*/ 427 h 445"/>
                    <a:gd name="T18" fmla="*/ 18 w 450"/>
                    <a:gd name="T19" fmla="*/ 57 h 445"/>
                    <a:gd name="T20" fmla="*/ 88 w 450"/>
                    <a:gd name="T21" fmla="*/ 39 h 445"/>
                    <a:gd name="T22" fmla="*/ 156 w 450"/>
                    <a:gd name="T23" fmla="*/ 39 h 445"/>
                    <a:gd name="T24" fmla="*/ 295 w 450"/>
                    <a:gd name="T25" fmla="*/ 57 h 445"/>
                    <a:gd name="T26" fmla="*/ 156 w 450"/>
                    <a:gd name="T27" fmla="*/ 39 h 445"/>
                    <a:gd name="T28" fmla="*/ 45 w 450"/>
                    <a:gd name="T29" fmla="*/ 142 h 445"/>
                    <a:gd name="T30" fmla="*/ 405 w 450"/>
                    <a:gd name="T31" fmla="*/ 124 h 445"/>
                    <a:gd name="T32" fmla="*/ 169 w 450"/>
                    <a:gd name="T33" fmla="*/ 212 h 445"/>
                    <a:gd name="T34" fmla="*/ 147 w 450"/>
                    <a:gd name="T35" fmla="*/ 227 h 445"/>
                    <a:gd name="T36" fmla="*/ 122 w 450"/>
                    <a:gd name="T37" fmla="*/ 238 h 445"/>
                    <a:gd name="T38" fmla="*/ 132 w 450"/>
                    <a:gd name="T39" fmla="*/ 253 h 445"/>
                    <a:gd name="T40" fmla="*/ 153 w 450"/>
                    <a:gd name="T41" fmla="*/ 242 h 445"/>
                    <a:gd name="T42" fmla="*/ 158 w 450"/>
                    <a:gd name="T43" fmla="*/ 374 h 445"/>
                    <a:gd name="T44" fmla="*/ 176 w 450"/>
                    <a:gd name="T45" fmla="*/ 212 h 445"/>
                    <a:gd name="T46" fmla="*/ 277 w 450"/>
                    <a:gd name="T47" fmla="*/ 213 h 445"/>
                    <a:gd name="T48" fmla="*/ 236 w 450"/>
                    <a:gd name="T49" fmla="*/ 228 h 445"/>
                    <a:gd name="T50" fmla="*/ 245 w 450"/>
                    <a:gd name="T51" fmla="*/ 240 h 445"/>
                    <a:gd name="T52" fmla="*/ 264 w 450"/>
                    <a:gd name="T53" fmla="*/ 230 h 445"/>
                    <a:gd name="T54" fmla="*/ 286 w 450"/>
                    <a:gd name="T55" fmla="*/ 230 h 445"/>
                    <a:gd name="T56" fmla="*/ 302 w 450"/>
                    <a:gd name="T57" fmla="*/ 245 h 445"/>
                    <a:gd name="T58" fmla="*/ 303 w 450"/>
                    <a:gd name="T59" fmla="*/ 269 h 445"/>
                    <a:gd name="T60" fmla="*/ 288 w 450"/>
                    <a:gd name="T61" fmla="*/ 292 h 445"/>
                    <a:gd name="T62" fmla="*/ 253 w 450"/>
                    <a:gd name="T63" fmla="*/ 320 h 445"/>
                    <a:gd name="T64" fmla="*/ 233 w 450"/>
                    <a:gd name="T65" fmla="*/ 348 h 445"/>
                    <a:gd name="T66" fmla="*/ 230 w 450"/>
                    <a:gd name="T67" fmla="*/ 374 h 445"/>
                    <a:gd name="T68" fmla="*/ 328 w 450"/>
                    <a:gd name="T69" fmla="*/ 358 h 445"/>
                    <a:gd name="T70" fmla="*/ 251 w 450"/>
                    <a:gd name="T71" fmla="*/ 346 h 445"/>
                    <a:gd name="T72" fmla="*/ 268 w 450"/>
                    <a:gd name="T73" fmla="*/ 326 h 445"/>
                    <a:gd name="T74" fmla="*/ 303 w 450"/>
                    <a:gd name="T75" fmla="*/ 299 h 445"/>
                    <a:gd name="T76" fmla="*/ 320 w 450"/>
                    <a:gd name="T77" fmla="*/ 273 h 445"/>
                    <a:gd name="T78" fmla="*/ 318 w 450"/>
                    <a:gd name="T79" fmla="*/ 238 h 445"/>
                    <a:gd name="T80" fmla="*/ 295 w 450"/>
                    <a:gd name="T81" fmla="*/ 216 h 4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50" h="445">
                      <a:moveTo>
                        <a:pt x="115" y="0"/>
                      </a:moveTo>
                      <a:lnTo>
                        <a:pt x="115" y="79"/>
                      </a:lnTo>
                      <a:lnTo>
                        <a:pt x="132" y="79"/>
                      </a:lnTo>
                      <a:lnTo>
                        <a:pt x="132" y="0"/>
                      </a:lnTo>
                      <a:lnTo>
                        <a:pt x="115" y="0"/>
                      </a:lnTo>
                      <a:close/>
                      <a:moveTo>
                        <a:pt x="318" y="0"/>
                      </a:moveTo>
                      <a:lnTo>
                        <a:pt x="318" y="79"/>
                      </a:lnTo>
                      <a:lnTo>
                        <a:pt x="336" y="79"/>
                      </a:lnTo>
                      <a:lnTo>
                        <a:pt x="336" y="0"/>
                      </a:lnTo>
                      <a:lnTo>
                        <a:pt x="318" y="0"/>
                      </a:lnTo>
                      <a:close/>
                      <a:moveTo>
                        <a:pt x="0" y="39"/>
                      </a:moveTo>
                      <a:lnTo>
                        <a:pt x="0" y="445"/>
                      </a:lnTo>
                      <a:lnTo>
                        <a:pt x="450" y="445"/>
                      </a:lnTo>
                      <a:lnTo>
                        <a:pt x="450" y="39"/>
                      </a:lnTo>
                      <a:lnTo>
                        <a:pt x="360" y="39"/>
                      </a:lnTo>
                      <a:lnTo>
                        <a:pt x="360" y="57"/>
                      </a:lnTo>
                      <a:lnTo>
                        <a:pt x="432" y="57"/>
                      </a:lnTo>
                      <a:lnTo>
                        <a:pt x="432" y="427"/>
                      </a:lnTo>
                      <a:lnTo>
                        <a:pt x="18" y="427"/>
                      </a:lnTo>
                      <a:lnTo>
                        <a:pt x="18" y="57"/>
                      </a:lnTo>
                      <a:lnTo>
                        <a:pt x="88" y="57"/>
                      </a:lnTo>
                      <a:lnTo>
                        <a:pt x="88" y="39"/>
                      </a:lnTo>
                      <a:lnTo>
                        <a:pt x="0" y="39"/>
                      </a:lnTo>
                      <a:close/>
                      <a:moveTo>
                        <a:pt x="156" y="39"/>
                      </a:moveTo>
                      <a:lnTo>
                        <a:pt x="156" y="57"/>
                      </a:lnTo>
                      <a:lnTo>
                        <a:pt x="295" y="57"/>
                      </a:lnTo>
                      <a:lnTo>
                        <a:pt x="295" y="39"/>
                      </a:lnTo>
                      <a:lnTo>
                        <a:pt x="156" y="39"/>
                      </a:lnTo>
                      <a:close/>
                      <a:moveTo>
                        <a:pt x="45" y="124"/>
                      </a:moveTo>
                      <a:lnTo>
                        <a:pt x="45" y="142"/>
                      </a:lnTo>
                      <a:lnTo>
                        <a:pt x="405" y="142"/>
                      </a:lnTo>
                      <a:lnTo>
                        <a:pt x="405" y="124"/>
                      </a:lnTo>
                      <a:lnTo>
                        <a:pt x="45" y="124"/>
                      </a:lnTo>
                      <a:close/>
                      <a:moveTo>
                        <a:pt x="169" y="212"/>
                      </a:moveTo>
                      <a:cubicBezTo>
                        <a:pt x="167" y="215"/>
                        <a:pt x="163" y="217"/>
                        <a:pt x="160" y="219"/>
                      </a:cubicBezTo>
                      <a:cubicBezTo>
                        <a:pt x="156" y="222"/>
                        <a:pt x="152" y="225"/>
                        <a:pt x="147" y="227"/>
                      </a:cubicBezTo>
                      <a:cubicBezTo>
                        <a:pt x="143" y="229"/>
                        <a:pt x="139" y="231"/>
                        <a:pt x="134" y="233"/>
                      </a:cubicBezTo>
                      <a:cubicBezTo>
                        <a:pt x="130" y="235"/>
                        <a:pt x="126" y="237"/>
                        <a:pt x="122" y="238"/>
                      </a:cubicBezTo>
                      <a:lnTo>
                        <a:pt x="122" y="256"/>
                      </a:lnTo>
                      <a:cubicBezTo>
                        <a:pt x="125" y="255"/>
                        <a:pt x="129" y="254"/>
                        <a:pt x="132" y="253"/>
                      </a:cubicBezTo>
                      <a:cubicBezTo>
                        <a:pt x="136" y="251"/>
                        <a:pt x="140" y="249"/>
                        <a:pt x="143" y="247"/>
                      </a:cubicBezTo>
                      <a:cubicBezTo>
                        <a:pt x="146" y="246"/>
                        <a:pt x="150" y="244"/>
                        <a:pt x="153" y="242"/>
                      </a:cubicBezTo>
                      <a:cubicBezTo>
                        <a:pt x="155" y="240"/>
                        <a:pt x="156" y="238"/>
                        <a:pt x="158" y="237"/>
                      </a:cubicBezTo>
                      <a:lnTo>
                        <a:pt x="158" y="374"/>
                      </a:lnTo>
                      <a:lnTo>
                        <a:pt x="176" y="374"/>
                      </a:lnTo>
                      <a:lnTo>
                        <a:pt x="176" y="212"/>
                      </a:lnTo>
                      <a:lnTo>
                        <a:pt x="169" y="212"/>
                      </a:lnTo>
                      <a:close/>
                      <a:moveTo>
                        <a:pt x="277" y="213"/>
                      </a:moveTo>
                      <a:cubicBezTo>
                        <a:pt x="268" y="213"/>
                        <a:pt x="260" y="214"/>
                        <a:pt x="254" y="217"/>
                      </a:cubicBezTo>
                      <a:cubicBezTo>
                        <a:pt x="248" y="219"/>
                        <a:pt x="241" y="223"/>
                        <a:pt x="236" y="228"/>
                      </a:cubicBezTo>
                      <a:lnTo>
                        <a:pt x="236" y="247"/>
                      </a:lnTo>
                      <a:cubicBezTo>
                        <a:pt x="239" y="245"/>
                        <a:pt x="242" y="242"/>
                        <a:pt x="245" y="240"/>
                      </a:cubicBezTo>
                      <a:cubicBezTo>
                        <a:pt x="248" y="237"/>
                        <a:pt x="251" y="235"/>
                        <a:pt x="254" y="233"/>
                      </a:cubicBezTo>
                      <a:cubicBezTo>
                        <a:pt x="257" y="232"/>
                        <a:pt x="260" y="231"/>
                        <a:pt x="264" y="230"/>
                      </a:cubicBezTo>
                      <a:cubicBezTo>
                        <a:pt x="267" y="229"/>
                        <a:pt x="271" y="228"/>
                        <a:pt x="274" y="228"/>
                      </a:cubicBezTo>
                      <a:cubicBezTo>
                        <a:pt x="278" y="228"/>
                        <a:pt x="282" y="229"/>
                        <a:pt x="286" y="230"/>
                      </a:cubicBezTo>
                      <a:cubicBezTo>
                        <a:pt x="289" y="231"/>
                        <a:pt x="293" y="233"/>
                        <a:pt x="295" y="235"/>
                      </a:cubicBezTo>
                      <a:cubicBezTo>
                        <a:pt x="298" y="237"/>
                        <a:pt x="300" y="241"/>
                        <a:pt x="302" y="245"/>
                      </a:cubicBezTo>
                      <a:cubicBezTo>
                        <a:pt x="303" y="248"/>
                        <a:pt x="303" y="252"/>
                        <a:pt x="303" y="257"/>
                      </a:cubicBezTo>
                      <a:cubicBezTo>
                        <a:pt x="303" y="261"/>
                        <a:pt x="304" y="266"/>
                        <a:pt x="303" y="269"/>
                      </a:cubicBezTo>
                      <a:cubicBezTo>
                        <a:pt x="302" y="273"/>
                        <a:pt x="300" y="277"/>
                        <a:pt x="297" y="281"/>
                      </a:cubicBezTo>
                      <a:cubicBezTo>
                        <a:pt x="295" y="285"/>
                        <a:pt x="291" y="289"/>
                        <a:pt x="288" y="292"/>
                      </a:cubicBezTo>
                      <a:cubicBezTo>
                        <a:pt x="284" y="296"/>
                        <a:pt x="279" y="300"/>
                        <a:pt x="273" y="304"/>
                      </a:cubicBezTo>
                      <a:cubicBezTo>
                        <a:pt x="265" y="310"/>
                        <a:pt x="259" y="315"/>
                        <a:pt x="253" y="320"/>
                      </a:cubicBezTo>
                      <a:cubicBezTo>
                        <a:pt x="248" y="324"/>
                        <a:pt x="243" y="329"/>
                        <a:pt x="240" y="334"/>
                      </a:cubicBezTo>
                      <a:cubicBezTo>
                        <a:pt x="237" y="339"/>
                        <a:pt x="234" y="343"/>
                        <a:pt x="233" y="348"/>
                      </a:cubicBezTo>
                      <a:cubicBezTo>
                        <a:pt x="231" y="353"/>
                        <a:pt x="230" y="360"/>
                        <a:pt x="230" y="367"/>
                      </a:cubicBezTo>
                      <a:lnTo>
                        <a:pt x="230" y="374"/>
                      </a:lnTo>
                      <a:lnTo>
                        <a:pt x="328" y="374"/>
                      </a:lnTo>
                      <a:lnTo>
                        <a:pt x="328" y="358"/>
                      </a:lnTo>
                      <a:lnTo>
                        <a:pt x="250" y="358"/>
                      </a:lnTo>
                      <a:cubicBezTo>
                        <a:pt x="250" y="353"/>
                        <a:pt x="250" y="349"/>
                        <a:pt x="251" y="346"/>
                      </a:cubicBezTo>
                      <a:cubicBezTo>
                        <a:pt x="252" y="343"/>
                        <a:pt x="254" y="340"/>
                        <a:pt x="257" y="337"/>
                      </a:cubicBezTo>
                      <a:cubicBezTo>
                        <a:pt x="259" y="333"/>
                        <a:pt x="263" y="330"/>
                        <a:pt x="268" y="326"/>
                      </a:cubicBezTo>
                      <a:cubicBezTo>
                        <a:pt x="273" y="322"/>
                        <a:pt x="279" y="318"/>
                        <a:pt x="287" y="313"/>
                      </a:cubicBezTo>
                      <a:cubicBezTo>
                        <a:pt x="293" y="308"/>
                        <a:pt x="298" y="304"/>
                        <a:pt x="303" y="299"/>
                      </a:cubicBezTo>
                      <a:cubicBezTo>
                        <a:pt x="307" y="295"/>
                        <a:pt x="310" y="292"/>
                        <a:pt x="313" y="287"/>
                      </a:cubicBezTo>
                      <a:cubicBezTo>
                        <a:pt x="316" y="283"/>
                        <a:pt x="319" y="278"/>
                        <a:pt x="320" y="273"/>
                      </a:cubicBezTo>
                      <a:cubicBezTo>
                        <a:pt x="322" y="268"/>
                        <a:pt x="322" y="262"/>
                        <a:pt x="322" y="255"/>
                      </a:cubicBezTo>
                      <a:cubicBezTo>
                        <a:pt x="322" y="249"/>
                        <a:pt x="321" y="243"/>
                        <a:pt x="318" y="238"/>
                      </a:cubicBezTo>
                      <a:cubicBezTo>
                        <a:pt x="316" y="232"/>
                        <a:pt x="313" y="227"/>
                        <a:pt x="309" y="224"/>
                      </a:cubicBezTo>
                      <a:cubicBezTo>
                        <a:pt x="305" y="220"/>
                        <a:pt x="300" y="218"/>
                        <a:pt x="295" y="216"/>
                      </a:cubicBezTo>
                      <a:cubicBezTo>
                        <a:pt x="289" y="214"/>
                        <a:pt x="283" y="213"/>
                        <a:pt x="277" y="213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800" spc="-8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p:grp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6BFEE0B7-B35D-D26C-311B-526DE20E9410}"/>
                  </a:ext>
                </a:extLst>
              </p:cNvPr>
              <p:cNvSpPr/>
              <p:nvPr/>
            </p:nvSpPr>
            <p:spPr>
              <a:xfrm>
                <a:off x="3298842" y="3575243"/>
                <a:ext cx="180000" cy="12311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ko-KR" sz="800" spc="-8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~</a:t>
                </a:r>
                <a:endPara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grpSp>
            <p:nvGrpSpPr>
              <p:cNvPr id="46" name="Date Field" descr="&lt;SmartSettings&gt;&lt;SmartResize enabled=&quot;True&quot; minWidth=&quot;20&quot; minHeight=&quot;13&quot; /&gt;&lt;/SmartSettings&gt;">
                <a:extLst>
                  <a:ext uri="{FF2B5EF4-FFF2-40B4-BE49-F238E27FC236}">
                    <a16:creationId xmlns:a16="http://schemas.microsoft.com/office/drawing/2014/main" id="{2A89C741-BBB9-00FC-D8F6-2A51221F0E26}"/>
                  </a:ext>
                </a:extLst>
              </p:cNvPr>
              <p:cNvGrpSpPr/>
              <p:nvPr/>
            </p:nvGrpSpPr>
            <p:grpSpPr>
              <a:xfrm>
                <a:off x="3478842" y="3531168"/>
                <a:ext cx="890673" cy="241092"/>
                <a:chOff x="930717" y="1258939"/>
                <a:chExt cx="756980" cy="241092"/>
              </a:xfrm>
            </p:grpSpPr>
            <p:sp>
              <p:nvSpPr>
                <p:cNvPr id="49" name="Text Box">
                  <a:extLst>
                    <a:ext uri="{FF2B5EF4-FFF2-40B4-BE49-F238E27FC236}">
                      <a16:creationId xmlns:a16="http://schemas.microsoft.com/office/drawing/2014/main" id="{4934469A-909C-A85E-DB5D-C5D5908E7617}"/>
                    </a:ext>
                  </a:extLst>
                </p:cNvPr>
                <p:cNvSpPr/>
                <p:nvPr/>
              </p:nvSpPr>
              <p:spPr>
                <a:xfrm>
                  <a:off x="930717" y="1258939"/>
                  <a:ext cx="756980" cy="24109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txBody>
  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atinLnBrk="1"/>
                  <a:r>
                    <a:rPr lang="ko-KR" altLang="en-US" sz="800" spc="-80" dirty="0">
                      <a:solidFill>
                        <a:schemeClr val="bg1">
                          <a:lumMod val="50000"/>
                        </a:scheme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날짜선택</a:t>
                  </a:r>
                  <a:endParaRPr lang="en-US" sz="800" spc="-80" dirty="0">
                    <a:solidFill>
                      <a:schemeClr val="bg1">
                        <a:lumMod val="50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50" name="Date Picker Icon" descr="&lt;Tags&gt;&lt;SMARTRESIZEANCHORS&gt;None,None,None,Absolute&lt;/SMARTRESIZEANCHORS&gt;&lt;/Tags&gt;">
                  <a:extLst>
                    <a:ext uri="{FF2B5EF4-FFF2-40B4-BE49-F238E27FC236}">
                      <a16:creationId xmlns:a16="http://schemas.microsoft.com/office/drawing/2014/main" id="{5F97697C-C98C-2E22-7372-DE4306038F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1064" y="1295204"/>
                  <a:ext cx="151264" cy="154118"/>
                </a:xfrm>
                <a:custGeom>
                  <a:avLst/>
                  <a:gdLst>
                    <a:gd name="T0" fmla="*/ 115 w 450"/>
                    <a:gd name="T1" fmla="*/ 79 h 445"/>
                    <a:gd name="T2" fmla="*/ 132 w 450"/>
                    <a:gd name="T3" fmla="*/ 0 h 445"/>
                    <a:gd name="T4" fmla="*/ 318 w 450"/>
                    <a:gd name="T5" fmla="*/ 0 h 445"/>
                    <a:gd name="T6" fmla="*/ 336 w 450"/>
                    <a:gd name="T7" fmla="*/ 79 h 445"/>
                    <a:gd name="T8" fmla="*/ 318 w 450"/>
                    <a:gd name="T9" fmla="*/ 0 h 445"/>
                    <a:gd name="T10" fmla="*/ 0 w 450"/>
                    <a:gd name="T11" fmla="*/ 445 h 445"/>
                    <a:gd name="T12" fmla="*/ 450 w 450"/>
                    <a:gd name="T13" fmla="*/ 39 h 445"/>
                    <a:gd name="T14" fmla="*/ 360 w 450"/>
                    <a:gd name="T15" fmla="*/ 57 h 445"/>
                    <a:gd name="T16" fmla="*/ 432 w 450"/>
                    <a:gd name="T17" fmla="*/ 427 h 445"/>
                    <a:gd name="T18" fmla="*/ 18 w 450"/>
                    <a:gd name="T19" fmla="*/ 57 h 445"/>
                    <a:gd name="T20" fmla="*/ 88 w 450"/>
                    <a:gd name="T21" fmla="*/ 39 h 445"/>
                    <a:gd name="T22" fmla="*/ 156 w 450"/>
                    <a:gd name="T23" fmla="*/ 39 h 445"/>
                    <a:gd name="T24" fmla="*/ 295 w 450"/>
                    <a:gd name="T25" fmla="*/ 57 h 445"/>
                    <a:gd name="T26" fmla="*/ 156 w 450"/>
                    <a:gd name="T27" fmla="*/ 39 h 445"/>
                    <a:gd name="T28" fmla="*/ 45 w 450"/>
                    <a:gd name="T29" fmla="*/ 142 h 445"/>
                    <a:gd name="T30" fmla="*/ 405 w 450"/>
                    <a:gd name="T31" fmla="*/ 124 h 445"/>
                    <a:gd name="T32" fmla="*/ 169 w 450"/>
                    <a:gd name="T33" fmla="*/ 212 h 445"/>
                    <a:gd name="T34" fmla="*/ 147 w 450"/>
                    <a:gd name="T35" fmla="*/ 227 h 445"/>
                    <a:gd name="T36" fmla="*/ 122 w 450"/>
                    <a:gd name="T37" fmla="*/ 238 h 445"/>
                    <a:gd name="T38" fmla="*/ 132 w 450"/>
                    <a:gd name="T39" fmla="*/ 253 h 445"/>
                    <a:gd name="T40" fmla="*/ 153 w 450"/>
                    <a:gd name="T41" fmla="*/ 242 h 445"/>
                    <a:gd name="T42" fmla="*/ 158 w 450"/>
                    <a:gd name="T43" fmla="*/ 374 h 445"/>
                    <a:gd name="T44" fmla="*/ 176 w 450"/>
                    <a:gd name="T45" fmla="*/ 212 h 445"/>
                    <a:gd name="T46" fmla="*/ 277 w 450"/>
                    <a:gd name="T47" fmla="*/ 213 h 445"/>
                    <a:gd name="T48" fmla="*/ 236 w 450"/>
                    <a:gd name="T49" fmla="*/ 228 h 445"/>
                    <a:gd name="T50" fmla="*/ 245 w 450"/>
                    <a:gd name="T51" fmla="*/ 240 h 445"/>
                    <a:gd name="T52" fmla="*/ 264 w 450"/>
                    <a:gd name="T53" fmla="*/ 230 h 445"/>
                    <a:gd name="T54" fmla="*/ 286 w 450"/>
                    <a:gd name="T55" fmla="*/ 230 h 445"/>
                    <a:gd name="T56" fmla="*/ 302 w 450"/>
                    <a:gd name="T57" fmla="*/ 245 h 445"/>
                    <a:gd name="T58" fmla="*/ 303 w 450"/>
                    <a:gd name="T59" fmla="*/ 269 h 445"/>
                    <a:gd name="T60" fmla="*/ 288 w 450"/>
                    <a:gd name="T61" fmla="*/ 292 h 445"/>
                    <a:gd name="T62" fmla="*/ 253 w 450"/>
                    <a:gd name="T63" fmla="*/ 320 h 445"/>
                    <a:gd name="T64" fmla="*/ 233 w 450"/>
                    <a:gd name="T65" fmla="*/ 348 h 445"/>
                    <a:gd name="T66" fmla="*/ 230 w 450"/>
                    <a:gd name="T67" fmla="*/ 374 h 445"/>
                    <a:gd name="T68" fmla="*/ 328 w 450"/>
                    <a:gd name="T69" fmla="*/ 358 h 445"/>
                    <a:gd name="T70" fmla="*/ 251 w 450"/>
                    <a:gd name="T71" fmla="*/ 346 h 445"/>
                    <a:gd name="T72" fmla="*/ 268 w 450"/>
                    <a:gd name="T73" fmla="*/ 326 h 445"/>
                    <a:gd name="T74" fmla="*/ 303 w 450"/>
                    <a:gd name="T75" fmla="*/ 299 h 445"/>
                    <a:gd name="T76" fmla="*/ 320 w 450"/>
                    <a:gd name="T77" fmla="*/ 273 h 445"/>
                    <a:gd name="T78" fmla="*/ 318 w 450"/>
                    <a:gd name="T79" fmla="*/ 238 h 445"/>
                    <a:gd name="T80" fmla="*/ 295 w 450"/>
                    <a:gd name="T81" fmla="*/ 216 h 4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50" h="445">
                      <a:moveTo>
                        <a:pt x="115" y="0"/>
                      </a:moveTo>
                      <a:lnTo>
                        <a:pt x="115" y="79"/>
                      </a:lnTo>
                      <a:lnTo>
                        <a:pt x="132" y="79"/>
                      </a:lnTo>
                      <a:lnTo>
                        <a:pt x="132" y="0"/>
                      </a:lnTo>
                      <a:lnTo>
                        <a:pt x="115" y="0"/>
                      </a:lnTo>
                      <a:close/>
                      <a:moveTo>
                        <a:pt x="318" y="0"/>
                      </a:moveTo>
                      <a:lnTo>
                        <a:pt x="318" y="79"/>
                      </a:lnTo>
                      <a:lnTo>
                        <a:pt x="336" y="79"/>
                      </a:lnTo>
                      <a:lnTo>
                        <a:pt x="336" y="0"/>
                      </a:lnTo>
                      <a:lnTo>
                        <a:pt x="318" y="0"/>
                      </a:lnTo>
                      <a:close/>
                      <a:moveTo>
                        <a:pt x="0" y="39"/>
                      </a:moveTo>
                      <a:lnTo>
                        <a:pt x="0" y="445"/>
                      </a:lnTo>
                      <a:lnTo>
                        <a:pt x="450" y="445"/>
                      </a:lnTo>
                      <a:lnTo>
                        <a:pt x="450" y="39"/>
                      </a:lnTo>
                      <a:lnTo>
                        <a:pt x="360" y="39"/>
                      </a:lnTo>
                      <a:lnTo>
                        <a:pt x="360" y="57"/>
                      </a:lnTo>
                      <a:lnTo>
                        <a:pt x="432" y="57"/>
                      </a:lnTo>
                      <a:lnTo>
                        <a:pt x="432" y="427"/>
                      </a:lnTo>
                      <a:lnTo>
                        <a:pt x="18" y="427"/>
                      </a:lnTo>
                      <a:lnTo>
                        <a:pt x="18" y="57"/>
                      </a:lnTo>
                      <a:lnTo>
                        <a:pt x="88" y="57"/>
                      </a:lnTo>
                      <a:lnTo>
                        <a:pt x="88" y="39"/>
                      </a:lnTo>
                      <a:lnTo>
                        <a:pt x="0" y="39"/>
                      </a:lnTo>
                      <a:close/>
                      <a:moveTo>
                        <a:pt x="156" y="39"/>
                      </a:moveTo>
                      <a:lnTo>
                        <a:pt x="156" y="57"/>
                      </a:lnTo>
                      <a:lnTo>
                        <a:pt x="295" y="57"/>
                      </a:lnTo>
                      <a:lnTo>
                        <a:pt x="295" y="39"/>
                      </a:lnTo>
                      <a:lnTo>
                        <a:pt x="156" y="39"/>
                      </a:lnTo>
                      <a:close/>
                      <a:moveTo>
                        <a:pt x="45" y="124"/>
                      </a:moveTo>
                      <a:lnTo>
                        <a:pt x="45" y="142"/>
                      </a:lnTo>
                      <a:lnTo>
                        <a:pt x="405" y="142"/>
                      </a:lnTo>
                      <a:lnTo>
                        <a:pt x="405" y="124"/>
                      </a:lnTo>
                      <a:lnTo>
                        <a:pt x="45" y="124"/>
                      </a:lnTo>
                      <a:close/>
                      <a:moveTo>
                        <a:pt x="169" y="212"/>
                      </a:moveTo>
                      <a:cubicBezTo>
                        <a:pt x="167" y="215"/>
                        <a:pt x="163" y="217"/>
                        <a:pt x="160" y="219"/>
                      </a:cubicBezTo>
                      <a:cubicBezTo>
                        <a:pt x="156" y="222"/>
                        <a:pt x="152" y="225"/>
                        <a:pt x="147" y="227"/>
                      </a:cubicBezTo>
                      <a:cubicBezTo>
                        <a:pt x="143" y="229"/>
                        <a:pt x="139" y="231"/>
                        <a:pt x="134" y="233"/>
                      </a:cubicBezTo>
                      <a:cubicBezTo>
                        <a:pt x="130" y="235"/>
                        <a:pt x="126" y="237"/>
                        <a:pt x="122" y="238"/>
                      </a:cubicBezTo>
                      <a:lnTo>
                        <a:pt x="122" y="256"/>
                      </a:lnTo>
                      <a:cubicBezTo>
                        <a:pt x="125" y="255"/>
                        <a:pt x="129" y="254"/>
                        <a:pt x="132" y="253"/>
                      </a:cubicBezTo>
                      <a:cubicBezTo>
                        <a:pt x="136" y="251"/>
                        <a:pt x="140" y="249"/>
                        <a:pt x="143" y="247"/>
                      </a:cubicBezTo>
                      <a:cubicBezTo>
                        <a:pt x="146" y="246"/>
                        <a:pt x="150" y="244"/>
                        <a:pt x="153" y="242"/>
                      </a:cubicBezTo>
                      <a:cubicBezTo>
                        <a:pt x="155" y="240"/>
                        <a:pt x="156" y="238"/>
                        <a:pt x="158" y="237"/>
                      </a:cubicBezTo>
                      <a:lnTo>
                        <a:pt x="158" y="374"/>
                      </a:lnTo>
                      <a:lnTo>
                        <a:pt x="176" y="374"/>
                      </a:lnTo>
                      <a:lnTo>
                        <a:pt x="176" y="212"/>
                      </a:lnTo>
                      <a:lnTo>
                        <a:pt x="169" y="212"/>
                      </a:lnTo>
                      <a:close/>
                      <a:moveTo>
                        <a:pt x="277" y="213"/>
                      </a:moveTo>
                      <a:cubicBezTo>
                        <a:pt x="268" y="213"/>
                        <a:pt x="260" y="214"/>
                        <a:pt x="254" y="217"/>
                      </a:cubicBezTo>
                      <a:cubicBezTo>
                        <a:pt x="248" y="219"/>
                        <a:pt x="241" y="223"/>
                        <a:pt x="236" y="228"/>
                      </a:cubicBezTo>
                      <a:lnTo>
                        <a:pt x="236" y="247"/>
                      </a:lnTo>
                      <a:cubicBezTo>
                        <a:pt x="239" y="245"/>
                        <a:pt x="242" y="242"/>
                        <a:pt x="245" y="240"/>
                      </a:cubicBezTo>
                      <a:cubicBezTo>
                        <a:pt x="248" y="237"/>
                        <a:pt x="251" y="235"/>
                        <a:pt x="254" y="233"/>
                      </a:cubicBezTo>
                      <a:cubicBezTo>
                        <a:pt x="257" y="232"/>
                        <a:pt x="260" y="231"/>
                        <a:pt x="264" y="230"/>
                      </a:cubicBezTo>
                      <a:cubicBezTo>
                        <a:pt x="267" y="229"/>
                        <a:pt x="271" y="228"/>
                        <a:pt x="274" y="228"/>
                      </a:cubicBezTo>
                      <a:cubicBezTo>
                        <a:pt x="278" y="228"/>
                        <a:pt x="282" y="229"/>
                        <a:pt x="286" y="230"/>
                      </a:cubicBezTo>
                      <a:cubicBezTo>
                        <a:pt x="289" y="231"/>
                        <a:pt x="293" y="233"/>
                        <a:pt x="295" y="235"/>
                      </a:cubicBezTo>
                      <a:cubicBezTo>
                        <a:pt x="298" y="237"/>
                        <a:pt x="300" y="241"/>
                        <a:pt x="302" y="245"/>
                      </a:cubicBezTo>
                      <a:cubicBezTo>
                        <a:pt x="303" y="248"/>
                        <a:pt x="303" y="252"/>
                        <a:pt x="303" y="257"/>
                      </a:cubicBezTo>
                      <a:cubicBezTo>
                        <a:pt x="303" y="261"/>
                        <a:pt x="304" y="266"/>
                        <a:pt x="303" y="269"/>
                      </a:cubicBezTo>
                      <a:cubicBezTo>
                        <a:pt x="302" y="273"/>
                        <a:pt x="300" y="277"/>
                        <a:pt x="297" y="281"/>
                      </a:cubicBezTo>
                      <a:cubicBezTo>
                        <a:pt x="295" y="285"/>
                        <a:pt x="291" y="289"/>
                        <a:pt x="288" y="292"/>
                      </a:cubicBezTo>
                      <a:cubicBezTo>
                        <a:pt x="284" y="296"/>
                        <a:pt x="279" y="300"/>
                        <a:pt x="273" y="304"/>
                      </a:cubicBezTo>
                      <a:cubicBezTo>
                        <a:pt x="265" y="310"/>
                        <a:pt x="259" y="315"/>
                        <a:pt x="253" y="320"/>
                      </a:cubicBezTo>
                      <a:cubicBezTo>
                        <a:pt x="248" y="324"/>
                        <a:pt x="243" y="329"/>
                        <a:pt x="240" y="334"/>
                      </a:cubicBezTo>
                      <a:cubicBezTo>
                        <a:pt x="237" y="339"/>
                        <a:pt x="234" y="343"/>
                        <a:pt x="233" y="348"/>
                      </a:cubicBezTo>
                      <a:cubicBezTo>
                        <a:pt x="231" y="353"/>
                        <a:pt x="230" y="360"/>
                        <a:pt x="230" y="367"/>
                      </a:cubicBezTo>
                      <a:lnTo>
                        <a:pt x="230" y="374"/>
                      </a:lnTo>
                      <a:lnTo>
                        <a:pt x="328" y="374"/>
                      </a:lnTo>
                      <a:lnTo>
                        <a:pt x="328" y="358"/>
                      </a:lnTo>
                      <a:lnTo>
                        <a:pt x="250" y="358"/>
                      </a:lnTo>
                      <a:cubicBezTo>
                        <a:pt x="250" y="353"/>
                        <a:pt x="250" y="349"/>
                        <a:pt x="251" y="346"/>
                      </a:cubicBezTo>
                      <a:cubicBezTo>
                        <a:pt x="252" y="343"/>
                        <a:pt x="254" y="340"/>
                        <a:pt x="257" y="337"/>
                      </a:cubicBezTo>
                      <a:cubicBezTo>
                        <a:pt x="259" y="333"/>
                        <a:pt x="263" y="330"/>
                        <a:pt x="268" y="326"/>
                      </a:cubicBezTo>
                      <a:cubicBezTo>
                        <a:pt x="273" y="322"/>
                        <a:pt x="279" y="318"/>
                        <a:pt x="287" y="313"/>
                      </a:cubicBezTo>
                      <a:cubicBezTo>
                        <a:pt x="293" y="308"/>
                        <a:pt x="298" y="304"/>
                        <a:pt x="303" y="299"/>
                      </a:cubicBezTo>
                      <a:cubicBezTo>
                        <a:pt x="307" y="295"/>
                        <a:pt x="310" y="292"/>
                        <a:pt x="313" y="287"/>
                      </a:cubicBezTo>
                      <a:cubicBezTo>
                        <a:pt x="316" y="283"/>
                        <a:pt x="319" y="278"/>
                        <a:pt x="320" y="273"/>
                      </a:cubicBezTo>
                      <a:cubicBezTo>
                        <a:pt x="322" y="268"/>
                        <a:pt x="322" y="262"/>
                        <a:pt x="322" y="255"/>
                      </a:cubicBezTo>
                      <a:cubicBezTo>
                        <a:pt x="322" y="249"/>
                        <a:pt x="321" y="243"/>
                        <a:pt x="318" y="238"/>
                      </a:cubicBezTo>
                      <a:cubicBezTo>
                        <a:pt x="316" y="232"/>
                        <a:pt x="313" y="227"/>
                        <a:pt x="309" y="224"/>
                      </a:cubicBezTo>
                      <a:cubicBezTo>
                        <a:pt x="305" y="220"/>
                        <a:pt x="300" y="218"/>
                        <a:pt x="295" y="216"/>
                      </a:cubicBezTo>
                      <a:cubicBezTo>
                        <a:pt x="289" y="214"/>
                        <a:pt x="283" y="213"/>
                        <a:pt x="277" y="213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800" spc="-8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A7FF7BF-064C-2B39-AFFB-A04DA7BC052F}"/>
                </a:ext>
              </a:extLst>
            </p:cNvPr>
            <p:cNvSpPr/>
            <p:nvPr/>
          </p:nvSpPr>
          <p:spPr>
            <a:xfrm>
              <a:off x="743415" y="1964607"/>
              <a:ext cx="306421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등록일</a:t>
              </a:r>
            </a:p>
          </p:txBody>
        </p:sp>
        <p:sp>
          <p:nvSpPr>
            <p:cNvPr id="33" name="모서리가 둥근 직사각형 29">
              <a:extLst>
                <a:ext uri="{FF2B5EF4-FFF2-40B4-BE49-F238E27FC236}">
                  <a16:creationId xmlns:a16="http://schemas.microsoft.com/office/drawing/2014/main" id="{19A04357-A3F3-36D5-A575-4E8F3F16AA52}"/>
                </a:ext>
              </a:extLst>
            </p:cNvPr>
            <p:cNvSpPr/>
            <p:nvPr/>
          </p:nvSpPr>
          <p:spPr>
            <a:xfrm>
              <a:off x="3257392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전체</a:t>
              </a:r>
            </a:p>
          </p:txBody>
        </p:sp>
        <p:sp>
          <p:nvSpPr>
            <p:cNvPr id="35" name="모서리가 둥근 직사각형 29">
              <a:extLst>
                <a:ext uri="{FF2B5EF4-FFF2-40B4-BE49-F238E27FC236}">
                  <a16:creationId xmlns:a16="http://schemas.microsoft.com/office/drawing/2014/main" id="{8F79DD98-A8AC-DCFC-3347-740FF296C34F}"/>
                </a:ext>
              </a:extLst>
            </p:cNvPr>
            <p:cNvSpPr/>
            <p:nvPr/>
          </p:nvSpPr>
          <p:spPr>
            <a:xfrm>
              <a:off x="3670439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</a:t>
              </a:r>
            </a:p>
          </p:txBody>
        </p:sp>
        <p:sp>
          <p:nvSpPr>
            <p:cNvPr id="36" name="모서리가 둥근 직사각형 29">
              <a:extLst>
                <a:ext uri="{FF2B5EF4-FFF2-40B4-BE49-F238E27FC236}">
                  <a16:creationId xmlns:a16="http://schemas.microsoft.com/office/drawing/2014/main" id="{67580E2E-E23C-F3B8-E66E-1116EF40BC23}"/>
                </a:ext>
              </a:extLst>
            </p:cNvPr>
            <p:cNvSpPr/>
            <p:nvPr/>
          </p:nvSpPr>
          <p:spPr>
            <a:xfrm>
              <a:off x="4088450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</a:t>
              </a:r>
            </a:p>
          </p:txBody>
        </p:sp>
        <p:sp>
          <p:nvSpPr>
            <p:cNvPr id="37" name="모서리가 둥근 직사각형 29">
              <a:extLst>
                <a:ext uri="{FF2B5EF4-FFF2-40B4-BE49-F238E27FC236}">
                  <a16:creationId xmlns:a16="http://schemas.microsoft.com/office/drawing/2014/main" id="{12EF4CE5-DCC5-940B-297E-96A7B97A7DC2}"/>
                </a:ext>
              </a:extLst>
            </p:cNvPr>
            <p:cNvSpPr/>
            <p:nvPr/>
          </p:nvSpPr>
          <p:spPr>
            <a:xfrm>
              <a:off x="4506563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38" name="모서리가 둥근 직사각형 29">
              <a:extLst>
                <a:ext uri="{FF2B5EF4-FFF2-40B4-BE49-F238E27FC236}">
                  <a16:creationId xmlns:a16="http://schemas.microsoft.com/office/drawing/2014/main" id="{293D0062-73BA-4D37-66AB-E304886B271C}"/>
                </a:ext>
              </a:extLst>
            </p:cNvPr>
            <p:cNvSpPr/>
            <p:nvPr/>
          </p:nvSpPr>
          <p:spPr>
            <a:xfrm>
              <a:off x="4924186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39" name="모서리가 둥근 직사각형 29">
              <a:extLst>
                <a:ext uri="{FF2B5EF4-FFF2-40B4-BE49-F238E27FC236}">
                  <a16:creationId xmlns:a16="http://schemas.microsoft.com/office/drawing/2014/main" id="{E44C7B10-ECF5-DC98-95DB-6DFF05772F10}"/>
                </a:ext>
              </a:extLst>
            </p:cNvPr>
            <p:cNvSpPr/>
            <p:nvPr/>
          </p:nvSpPr>
          <p:spPr>
            <a:xfrm>
              <a:off x="5341809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40" name="모서리가 둥근 직사각형 29">
              <a:extLst>
                <a:ext uri="{FF2B5EF4-FFF2-40B4-BE49-F238E27FC236}">
                  <a16:creationId xmlns:a16="http://schemas.microsoft.com/office/drawing/2014/main" id="{A23747DE-BAEF-1AF0-3313-089B8A8991D6}"/>
                </a:ext>
              </a:extLst>
            </p:cNvPr>
            <p:cNvSpPr/>
            <p:nvPr/>
          </p:nvSpPr>
          <p:spPr>
            <a:xfrm>
              <a:off x="5759432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EBEFA9D-ADBC-785C-423B-7BEB5A73D5FE}"/>
              </a:ext>
            </a:extLst>
          </p:cNvPr>
          <p:cNvGrpSpPr/>
          <p:nvPr/>
        </p:nvGrpSpPr>
        <p:grpSpPr>
          <a:xfrm>
            <a:off x="7916054" y="1542809"/>
            <a:ext cx="1160774" cy="215444"/>
            <a:chOff x="8082202" y="1482693"/>
            <a:chExt cx="1006065" cy="215444"/>
          </a:xfrm>
        </p:grpSpPr>
        <p:sp>
          <p:nvSpPr>
            <p:cNvPr id="69" name="모서리가 둥근 직사각형 29">
              <a:extLst>
                <a:ext uri="{FF2B5EF4-FFF2-40B4-BE49-F238E27FC236}">
                  <a16:creationId xmlns:a16="http://schemas.microsoft.com/office/drawing/2014/main" id="{63945A85-0F6E-C772-9C44-0449F8B6EA42}"/>
                </a:ext>
              </a:extLst>
            </p:cNvPr>
            <p:cNvSpPr/>
            <p:nvPr/>
          </p:nvSpPr>
          <p:spPr>
            <a:xfrm>
              <a:off x="8580120" y="1482693"/>
              <a:ext cx="508147" cy="215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설정 ▲</a:t>
              </a:r>
            </a:p>
          </p:txBody>
        </p:sp>
        <p:sp>
          <p:nvSpPr>
            <p:cNvPr id="70" name="모서리가 둥근 직사각형 29">
              <a:extLst>
                <a:ext uri="{FF2B5EF4-FFF2-40B4-BE49-F238E27FC236}">
                  <a16:creationId xmlns:a16="http://schemas.microsoft.com/office/drawing/2014/main" id="{25A1796B-7001-B451-7300-1877E051FFD6}"/>
                </a:ext>
              </a:extLst>
            </p:cNvPr>
            <p:cNvSpPr/>
            <p:nvPr/>
          </p:nvSpPr>
          <p:spPr>
            <a:xfrm>
              <a:off x="8082202" y="1482693"/>
              <a:ext cx="457425" cy="215444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</a:t>
              </a: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3CB29651-9FC7-1F50-95A5-A5E53B420237}"/>
              </a:ext>
            </a:extLst>
          </p:cNvPr>
          <p:cNvGrpSpPr/>
          <p:nvPr/>
        </p:nvGrpSpPr>
        <p:grpSpPr>
          <a:xfrm>
            <a:off x="727713" y="1833624"/>
            <a:ext cx="1998451" cy="221794"/>
            <a:chOff x="761369" y="1590863"/>
            <a:chExt cx="1998451" cy="221794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3FA8B55B-680E-0F73-9453-16A656E0ED77}"/>
                </a:ext>
              </a:extLst>
            </p:cNvPr>
            <p:cNvSpPr/>
            <p:nvPr/>
          </p:nvSpPr>
          <p:spPr>
            <a:xfrm>
              <a:off x="761369" y="1597213"/>
              <a:ext cx="399716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공연 구분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BAF2B272-252A-623D-FFA1-4611A10C1104}"/>
                </a:ext>
              </a:extLst>
            </p:cNvPr>
            <p:cNvSpPr/>
            <p:nvPr/>
          </p:nvSpPr>
          <p:spPr>
            <a:xfrm>
              <a:off x="1231269" y="1590863"/>
              <a:ext cx="1528551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⬜ 전체     </a:t>
              </a:r>
              <a: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     </a:t>
              </a: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⬜ 기획 공연    ⬜ 대관공연</a:t>
              </a: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1B700D8D-E52E-E5D8-826D-F5087BC25B5E}"/>
              </a:ext>
            </a:extLst>
          </p:cNvPr>
          <p:cNvGrpSpPr/>
          <p:nvPr/>
        </p:nvGrpSpPr>
        <p:grpSpPr>
          <a:xfrm>
            <a:off x="735877" y="2137524"/>
            <a:ext cx="2080525" cy="221794"/>
            <a:chOff x="761369" y="1825813"/>
            <a:chExt cx="2080525" cy="221794"/>
          </a:xfrm>
        </p:grpSpPr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C66683CF-0337-B3BF-F926-08DC52AE165C}"/>
                </a:ext>
              </a:extLst>
            </p:cNvPr>
            <p:cNvSpPr/>
            <p:nvPr/>
          </p:nvSpPr>
          <p:spPr>
            <a:xfrm>
              <a:off x="761369" y="1832163"/>
              <a:ext cx="384327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판매상태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C9B7B50E-DB95-AB43-4FD1-9170C569DF1D}"/>
                </a:ext>
              </a:extLst>
            </p:cNvPr>
            <p:cNvSpPr/>
            <p:nvPr/>
          </p:nvSpPr>
          <p:spPr>
            <a:xfrm>
              <a:off x="1231269" y="1825813"/>
              <a:ext cx="1610625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⬜ 전체     </a:t>
              </a:r>
              <a: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     </a:t>
              </a: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⬜ 예정   ⬜ </a:t>
              </a:r>
              <a:r>
                <a:rPr lang="ko-KR" altLang="en-US" sz="800" spc="-8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판매중</a:t>
              </a: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⬜ 종료</a:t>
              </a: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9D3C0E1A-7F5D-01AD-01A9-C79EFC3CC72F}"/>
              </a:ext>
            </a:extLst>
          </p:cNvPr>
          <p:cNvGrpSpPr/>
          <p:nvPr/>
        </p:nvGrpSpPr>
        <p:grpSpPr>
          <a:xfrm>
            <a:off x="4300942" y="1902574"/>
            <a:ext cx="3937687" cy="221794"/>
            <a:chOff x="4769019" y="1590863"/>
            <a:chExt cx="3937687" cy="221794"/>
          </a:xfrm>
        </p:grpSpPr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688B2D70-82C9-BA11-BE8A-74A99A598F3E}"/>
                </a:ext>
              </a:extLst>
            </p:cNvPr>
            <p:cNvSpPr/>
            <p:nvPr/>
          </p:nvSpPr>
          <p:spPr>
            <a:xfrm>
              <a:off x="4769019" y="1597213"/>
              <a:ext cx="306421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공연장</a:t>
              </a: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DD8BB044-D3AB-CF0E-015D-CD008BC395B0}"/>
                </a:ext>
              </a:extLst>
            </p:cNvPr>
            <p:cNvSpPr/>
            <p:nvPr/>
          </p:nvSpPr>
          <p:spPr>
            <a:xfrm>
              <a:off x="5110281" y="1590863"/>
              <a:ext cx="3596425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⬜ 전체     l     ⬜ 파랑아트홀    ⬜ 검정아트홀    ⬜ 검정아트홀    ⬜ 노랑아트홀    ⬜ 야외공연장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11BCA33B-BC52-BAA2-B307-D1416A4EF74D}"/>
              </a:ext>
            </a:extLst>
          </p:cNvPr>
          <p:cNvGrpSpPr/>
          <p:nvPr/>
        </p:nvGrpSpPr>
        <p:grpSpPr>
          <a:xfrm>
            <a:off x="4300942" y="2137524"/>
            <a:ext cx="4137906" cy="221794"/>
            <a:chOff x="4769019" y="1825813"/>
            <a:chExt cx="4137906" cy="221794"/>
          </a:xfrm>
        </p:grpSpPr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59181C76-7085-F59E-FA1E-30537094C6FE}"/>
                </a:ext>
              </a:extLst>
            </p:cNvPr>
            <p:cNvSpPr/>
            <p:nvPr/>
          </p:nvSpPr>
          <p:spPr>
            <a:xfrm>
              <a:off x="4769019" y="1832163"/>
              <a:ext cx="259293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장  르</a:t>
              </a: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0CC380A9-FC35-730A-9C72-BCB6563EB935}"/>
                </a:ext>
              </a:extLst>
            </p:cNvPr>
            <p:cNvSpPr/>
            <p:nvPr/>
          </p:nvSpPr>
          <p:spPr>
            <a:xfrm>
              <a:off x="5112369" y="1825813"/>
              <a:ext cx="3794556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⬜전체     </a:t>
              </a:r>
              <a: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     </a:t>
              </a: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⬜ 뮤지컬    ⬜ 대중음악    ⬜ 클래식    ⬜ 무용    ⬜ 아동가족    ⬜ 연극    ⬜ 국악    ⬜ 기타</a:t>
              </a:r>
            </a:p>
          </p:txBody>
        </p:sp>
      </p:grp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6C1DAE55-9380-B1CA-2C0E-22F8108FF8D3}"/>
              </a:ext>
            </a:extLst>
          </p:cNvPr>
          <p:cNvSpPr/>
          <p:nvPr/>
        </p:nvSpPr>
        <p:spPr>
          <a:xfrm>
            <a:off x="714374" y="2490932"/>
            <a:ext cx="384327" cy="215444"/>
          </a:xfrm>
          <a:prstGeom prst="rect">
            <a:avLst/>
          </a:prstGeom>
        </p:spPr>
        <p:txBody>
          <a:bodyPr wrap="none" lIns="0" rIns="72000">
            <a:spAutoFit/>
          </a:bodyPr>
          <a:lstStyle/>
          <a:p>
            <a:r>
              <a:rPr lang="ko-KR" altLang="en-US" sz="800" b="1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검색기간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B44A59C4-FD6A-0C57-64B8-78DEF662992A}"/>
              </a:ext>
            </a:extLst>
          </p:cNvPr>
          <p:cNvGrpSpPr/>
          <p:nvPr/>
        </p:nvGrpSpPr>
        <p:grpSpPr>
          <a:xfrm>
            <a:off x="1820835" y="2470090"/>
            <a:ext cx="1966912" cy="248314"/>
            <a:chOff x="2402603" y="3523946"/>
            <a:chExt cx="1966912" cy="248314"/>
          </a:xfrm>
        </p:grpSpPr>
        <p:grpSp>
          <p:nvGrpSpPr>
            <p:cNvPr id="112" name="Date Field" descr="&lt;SmartSettings&gt;&lt;SmartResize enabled=&quot;True&quot; minWidth=&quot;20&quot; minHeight=&quot;13&quot; /&gt;&lt;/SmartSettings&gt;">
              <a:extLst>
                <a:ext uri="{FF2B5EF4-FFF2-40B4-BE49-F238E27FC236}">
                  <a16:creationId xmlns:a16="http://schemas.microsoft.com/office/drawing/2014/main" id="{A142049E-2AC9-B3B8-B976-4710046F57D0}"/>
                </a:ext>
              </a:extLst>
            </p:cNvPr>
            <p:cNvGrpSpPr/>
            <p:nvPr/>
          </p:nvGrpSpPr>
          <p:grpSpPr>
            <a:xfrm>
              <a:off x="2402603" y="3523946"/>
              <a:ext cx="890673" cy="241092"/>
              <a:chOff x="928689" y="1251717"/>
              <a:chExt cx="756980" cy="241092"/>
            </a:xfrm>
          </p:grpSpPr>
          <p:sp>
            <p:nvSpPr>
              <p:cNvPr id="118" name="Text Box">
                <a:extLst>
                  <a:ext uri="{FF2B5EF4-FFF2-40B4-BE49-F238E27FC236}">
                    <a16:creationId xmlns:a16="http://schemas.microsoft.com/office/drawing/2014/main" id="{0365056D-4AE9-E408-AEFC-DAEEA0FAC513}"/>
                  </a:ext>
                </a:extLst>
              </p:cNvPr>
              <p:cNvSpPr/>
              <p:nvPr/>
            </p:nvSpPr>
            <p:spPr>
              <a:xfrm>
                <a:off x="928689" y="1251717"/>
                <a:ext cx="756980" cy="24109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txBody>
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atinLnBrk="1"/>
                <a:r>
                  <a:rPr lang="ko-KR" altLang="en-US" sz="800" spc="-80" dirty="0">
                    <a:solidFill>
                      <a:srgbClr val="7F7F7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날짜선택</a:t>
                </a:r>
                <a:endParaRPr lang="en-US" sz="800" spc="-80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119" name="Date Picker Icon" descr="&lt;Tags&gt;&lt;SMARTRESIZEANCHORS&gt;None,None,None,Absolute&lt;/SMARTRESIZEANCHORS&gt;&lt;/Tags&gt;">
                <a:extLst>
                  <a:ext uri="{FF2B5EF4-FFF2-40B4-BE49-F238E27FC236}">
                    <a16:creationId xmlns:a16="http://schemas.microsoft.com/office/drawing/2014/main" id="{0E824E33-7D63-5541-FE88-F76457B3B4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81064" y="1295204"/>
                <a:ext cx="151264" cy="154118"/>
              </a:xfrm>
              <a:custGeom>
                <a:avLst/>
                <a:gdLst>
                  <a:gd name="T0" fmla="*/ 115 w 450"/>
                  <a:gd name="T1" fmla="*/ 79 h 445"/>
                  <a:gd name="T2" fmla="*/ 132 w 450"/>
                  <a:gd name="T3" fmla="*/ 0 h 445"/>
                  <a:gd name="T4" fmla="*/ 318 w 450"/>
                  <a:gd name="T5" fmla="*/ 0 h 445"/>
                  <a:gd name="T6" fmla="*/ 336 w 450"/>
                  <a:gd name="T7" fmla="*/ 79 h 445"/>
                  <a:gd name="T8" fmla="*/ 318 w 450"/>
                  <a:gd name="T9" fmla="*/ 0 h 445"/>
                  <a:gd name="T10" fmla="*/ 0 w 450"/>
                  <a:gd name="T11" fmla="*/ 445 h 445"/>
                  <a:gd name="T12" fmla="*/ 450 w 450"/>
                  <a:gd name="T13" fmla="*/ 39 h 445"/>
                  <a:gd name="T14" fmla="*/ 360 w 450"/>
                  <a:gd name="T15" fmla="*/ 57 h 445"/>
                  <a:gd name="T16" fmla="*/ 432 w 450"/>
                  <a:gd name="T17" fmla="*/ 427 h 445"/>
                  <a:gd name="T18" fmla="*/ 18 w 450"/>
                  <a:gd name="T19" fmla="*/ 57 h 445"/>
                  <a:gd name="T20" fmla="*/ 88 w 450"/>
                  <a:gd name="T21" fmla="*/ 39 h 445"/>
                  <a:gd name="T22" fmla="*/ 156 w 450"/>
                  <a:gd name="T23" fmla="*/ 39 h 445"/>
                  <a:gd name="T24" fmla="*/ 295 w 450"/>
                  <a:gd name="T25" fmla="*/ 57 h 445"/>
                  <a:gd name="T26" fmla="*/ 156 w 450"/>
                  <a:gd name="T27" fmla="*/ 39 h 445"/>
                  <a:gd name="T28" fmla="*/ 45 w 450"/>
                  <a:gd name="T29" fmla="*/ 142 h 445"/>
                  <a:gd name="T30" fmla="*/ 405 w 450"/>
                  <a:gd name="T31" fmla="*/ 124 h 445"/>
                  <a:gd name="T32" fmla="*/ 169 w 450"/>
                  <a:gd name="T33" fmla="*/ 212 h 445"/>
                  <a:gd name="T34" fmla="*/ 147 w 450"/>
                  <a:gd name="T35" fmla="*/ 227 h 445"/>
                  <a:gd name="T36" fmla="*/ 122 w 450"/>
                  <a:gd name="T37" fmla="*/ 238 h 445"/>
                  <a:gd name="T38" fmla="*/ 132 w 450"/>
                  <a:gd name="T39" fmla="*/ 253 h 445"/>
                  <a:gd name="T40" fmla="*/ 153 w 450"/>
                  <a:gd name="T41" fmla="*/ 242 h 445"/>
                  <a:gd name="T42" fmla="*/ 158 w 450"/>
                  <a:gd name="T43" fmla="*/ 374 h 445"/>
                  <a:gd name="T44" fmla="*/ 176 w 450"/>
                  <a:gd name="T45" fmla="*/ 212 h 445"/>
                  <a:gd name="T46" fmla="*/ 277 w 450"/>
                  <a:gd name="T47" fmla="*/ 213 h 445"/>
                  <a:gd name="T48" fmla="*/ 236 w 450"/>
                  <a:gd name="T49" fmla="*/ 228 h 445"/>
                  <a:gd name="T50" fmla="*/ 245 w 450"/>
                  <a:gd name="T51" fmla="*/ 240 h 445"/>
                  <a:gd name="T52" fmla="*/ 264 w 450"/>
                  <a:gd name="T53" fmla="*/ 230 h 445"/>
                  <a:gd name="T54" fmla="*/ 286 w 450"/>
                  <a:gd name="T55" fmla="*/ 230 h 445"/>
                  <a:gd name="T56" fmla="*/ 302 w 450"/>
                  <a:gd name="T57" fmla="*/ 245 h 445"/>
                  <a:gd name="T58" fmla="*/ 303 w 450"/>
                  <a:gd name="T59" fmla="*/ 269 h 445"/>
                  <a:gd name="T60" fmla="*/ 288 w 450"/>
                  <a:gd name="T61" fmla="*/ 292 h 445"/>
                  <a:gd name="T62" fmla="*/ 253 w 450"/>
                  <a:gd name="T63" fmla="*/ 320 h 445"/>
                  <a:gd name="T64" fmla="*/ 233 w 450"/>
                  <a:gd name="T65" fmla="*/ 348 h 445"/>
                  <a:gd name="T66" fmla="*/ 230 w 450"/>
                  <a:gd name="T67" fmla="*/ 374 h 445"/>
                  <a:gd name="T68" fmla="*/ 328 w 450"/>
                  <a:gd name="T69" fmla="*/ 358 h 445"/>
                  <a:gd name="T70" fmla="*/ 251 w 450"/>
                  <a:gd name="T71" fmla="*/ 346 h 445"/>
                  <a:gd name="T72" fmla="*/ 268 w 450"/>
                  <a:gd name="T73" fmla="*/ 326 h 445"/>
                  <a:gd name="T74" fmla="*/ 303 w 450"/>
                  <a:gd name="T75" fmla="*/ 299 h 445"/>
                  <a:gd name="T76" fmla="*/ 320 w 450"/>
                  <a:gd name="T77" fmla="*/ 273 h 445"/>
                  <a:gd name="T78" fmla="*/ 318 w 450"/>
                  <a:gd name="T79" fmla="*/ 238 h 445"/>
                  <a:gd name="T80" fmla="*/ 295 w 450"/>
                  <a:gd name="T81" fmla="*/ 216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50" h="445">
                    <a:moveTo>
                      <a:pt x="115" y="0"/>
                    </a:moveTo>
                    <a:lnTo>
                      <a:pt x="115" y="79"/>
                    </a:lnTo>
                    <a:lnTo>
                      <a:pt x="132" y="79"/>
                    </a:lnTo>
                    <a:lnTo>
                      <a:pt x="132" y="0"/>
                    </a:lnTo>
                    <a:lnTo>
                      <a:pt x="115" y="0"/>
                    </a:lnTo>
                    <a:close/>
                    <a:moveTo>
                      <a:pt x="318" y="0"/>
                    </a:moveTo>
                    <a:lnTo>
                      <a:pt x="318" y="79"/>
                    </a:lnTo>
                    <a:lnTo>
                      <a:pt x="336" y="79"/>
                    </a:lnTo>
                    <a:lnTo>
                      <a:pt x="336" y="0"/>
                    </a:lnTo>
                    <a:lnTo>
                      <a:pt x="318" y="0"/>
                    </a:lnTo>
                    <a:close/>
                    <a:moveTo>
                      <a:pt x="0" y="39"/>
                    </a:moveTo>
                    <a:lnTo>
                      <a:pt x="0" y="445"/>
                    </a:lnTo>
                    <a:lnTo>
                      <a:pt x="450" y="445"/>
                    </a:lnTo>
                    <a:lnTo>
                      <a:pt x="450" y="39"/>
                    </a:lnTo>
                    <a:lnTo>
                      <a:pt x="360" y="39"/>
                    </a:lnTo>
                    <a:lnTo>
                      <a:pt x="360" y="57"/>
                    </a:lnTo>
                    <a:lnTo>
                      <a:pt x="432" y="57"/>
                    </a:lnTo>
                    <a:lnTo>
                      <a:pt x="432" y="427"/>
                    </a:lnTo>
                    <a:lnTo>
                      <a:pt x="18" y="427"/>
                    </a:lnTo>
                    <a:lnTo>
                      <a:pt x="18" y="57"/>
                    </a:lnTo>
                    <a:lnTo>
                      <a:pt x="88" y="57"/>
                    </a:lnTo>
                    <a:lnTo>
                      <a:pt x="88" y="39"/>
                    </a:lnTo>
                    <a:lnTo>
                      <a:pt x="0" y="39"/>
                    </a:lnTo>
                    <a:close/>
                    <a:moveTo>
                      <a:pt x="156" y="39"/>
                    </a:moveTo>
                    <a:lnTo>
                      <a:pt x="156" y="57"/>
                    </a:lnTo>
                    <a:lnTo>
                      <a:pt x="295" y="57"/>
                    </a:lnTo>
                    <a:lnTo>
                      <a:pt x="295" y="39"/>
                    </a:lnTo>
                    <a:lnTo>
                      <a:pt x="156" y="39"/>
                    </a:lnTo>
                    <a:close/>
                    <a:moveTo>
                      <a:pt x="45" y="124"/>
                    </a:moveTo>
                    <a:lnTo>
                      <a:pt x="45" y="142"/>
                    </a:lnTo>
                    <a:lnTo>
                      <a:pt x="405" y="142"/>
                    </a:lnTo>
                    <a:lnTo>
                      <a:pt x="405" y="124"/>
                    </a:lnTo>
                    <a:lnTo>
                      <a:pt x="45" y="124"/>
                    </a:lnTo>
                    <a:close/>
                    <a:moveTo>
                      <a:pt x="169" y="212"/>
                    </a:moveTo>
                    <a:cubicBezTo>
                      <a:pt x="167" y="215"/>
                      <a:pt x="163" y="217"/>
                      <a:pt x="160" y="219"/>
                    </a:cubicBezTo>
                    <a:cubicBezTo>
                      <a:pt x="156" y="222"/>
                      <a:pt x="152" y="225"/>
                      <a:pt x="147" y="227"/>
                    </a:cubicBezTo>
                    <a:cubicBezTo>
                      <a:pt x="143" y="229"/>
                      <a:pt x="139" y="231"/>
                      <a:pt x="134" y="233"/>
                    </a:cubicBezTo>
                    <a:cubicBezTo>
                      <a:pt x="130" y="235"/>
                      <a:pt x="126" y="237"/>
                      <a:pt x="122" y="238"/>
                    </a:cubicBezTo>
                    <a:lnTo>
                      <a:pt x="122" y="256"/>
                    </a:lnTo>
                    <a:cubicBezTo>
                      <a:pt x="125" y="255"/>
                      <a:pt x="129" y="254"/>
                      <a:pt x="132" y="253"/>
                    </a:cubicBezTo>
                    <a:cubicBezTo>
                      <a:pt x="136" y="251"/>
                      <a:pt x="140" y="249"/>
                      <a:pt x="143" y="247"/>
                    </a:cubicBezTo>
                    <a:cubicBezTo>
                      <a:pt x="146" y="246"/>
                      <a:pt x="150" y="244"/>
                      <a:pt x="153" y="242"/>
                    </a:cubicBezTo>
                    <a:cubicBezTo>
                      <a:pt x="155" y="240"/>
                      <a:pt x="156" y="238"/>
                      <a:pt x="158" y="237"/>
                    </a:cubicBezTo>
                    <a:lnTo>
                      <a:pt x="158" y="374"/>
                    </a:lnTo>
                    <a:lnTo>
                      <a:pt x="176" y="374"/>
                    </a:lnTo>
                    <a:lnTo>
                      <a:pt x="176" y="212"/>
                    </a:lnTo>
                    <a:lnTo>
                      <a:pt x="169" y="212"/>
                    </a:lnTo>
                    <a:close/>
                    <a:moveTo>
                      <a:pt x="277" y="213"/>
                    </a:moveTo>
                    <a:cubicBezTo>
                      <a:pt x="268" y="213"/>
                      <a:pt x="260" y="214"/>
                      <a:pt x="254" y="217"/>
                    </a:cubicBezTo>
                    <a:cubicBezTo>
                      <a:pt x="248" y="219"/>
                      <a:pt x="241" y="223"/>
                      <a:pt x="236" y="228"/>
                    </a:cubicBezTo>
                    <a:lnTo>
                      <a:pt x="236" y="247"/>
                    </a:lnTo>
                    <a:cubicBezTo>
                      <a:pt x="239" y="245"/>
                      <a:pt x="242" y="242"/>
                      <a:pt x="245" y="240"/>
                    </a:cubicBezTo>
                    <a:cubicBezTo>
                      <a:pt x="248" y="237"/>
                      <a:pt x="251" y="235"/>
                      <a:pt x="254" y="233"/>
                    </a:cubicBezTo>
                    <a:cubicBezTo>
                      <a:pt x="257" y="232"/>
                      <a:pt x="260" y="231"/>
                      <a:pt x="264" y="230"/>
                    </a:cubicBezTo>
                    <a:cubicBezTo>
                      <a:pt x="267" y="229"/>
                      <a:pt x="271" y="228"/>
                      <a:pt x="274" y="228"/>
                    </a:cubicBezTo>
                    <a:cubicBezTo>
                      <a:pt x="278" y="228"/>
                      <a:pt x="282" y="229"/>
                      <a:pt x="286" y="230"/>
                    </a:cubicBezTo>
                    <a:cubicBezTo>
                      <a:pt x="289" y="231"/>
                      <a:pt x="293" y="233"/>
                      <a:pt x="295" y="235"/>
                    </a:cubicBezTo>
                    <a:cubicBezTo>
                      <a:pt x="298" y="237"/>
                      <a:pt x="300" y="241"/>
                      <a:pt x="302" y="245"/>
                    </a:cubicBezTo>
                    <a:cubicBezTo>
                      <a:pt x="303" y="248"/>
                      <a:pt x="303" y="252"/>
                      <a:pt x="303" y="257"/>
                    </a:cubicBezTo>
                    <a:cubicBezTo>
                      <a:pt x="303" y="261"/>
                      <a:pt x="304" y="266"/>
                      <a:pt x="303" y="269"/>
                    </a:cubicBezTo>
                    <a:cubicBezTo>
                      <a:pt x="302" y="273"/>
                      <a:pt x="300" y="277"/>
                      <a:pt x="297" y="281"/>
                    </a:cubicBezTo>
                    <a:cubicBezTo>
                      <a:pt x="295" y="285"/>
                      <a:pt x="291" y="289"/>
                      <a:pt x="288" y="292"/>
                    </a:cubicBezTo>
                    <a:cubicBezTo>
                      <a:pt x="284" y="296"/>
                      <a:pt x="279" y="300"/>
                      <a:pt x="273" y="304"/>
                    </a:cubicBezTo>
                    <a:cubicBezTo>
                      <a:pt x="265" y="310"/>
                      <a:pt x="259" y="315"/>
                      <a:pt x="253" y="320"/>
                    </a:cubicBezTo>
                    <a:cubicBezTo>
                      <a:pt x="248" y="324"/>
                      <a:pt x="243" y="329"/>
                      <a:pt x="240" y="334"/>
                    </a:cubicBezTo>
                    <a:cubicBezTo>
                      <a:pt x="237" y="339"/>
                      <a:pt x="234" y="343"/>
                      <a:pt x="233" y="348"/>
                    </a:cubicBezTo>
                    <a:cubicBezTo>
                      <a:pt x="231" y="353"/>
                      <a:pt x="230" y="360"/>
                      <a:pt x="230" y="367"/>
                    </a:cubicBezTo>
                    <a:lnTo>
                      <a:pt x="230" y="374"/>
                    </a:lnTo>
                    <a:lnTo>
                      <a:pt x="328" y="374"/>
                    </a:lnTo>
                    <a:lnTo>
                      <a:pt x="328" y="358"/>
                    </a:lnTo>
                    <a:lnTo>
                      <a:pt x="250" y="358"/>
                    </a:lnTo>
                    <a:cubicBezTo>
                      <a:pt x="250" y="353"/>
                      <a:pt x="250" y="349"/>
                      <a:pt x="251" y="346"/>
                    </a:cubicBezTo>
                    <a:cubicBezTo>
                      <a:pt x="252" y="343"/>
                      <a:pt x="254" y="340"/>
                      <a:pt x="257" y="337"/>
                    </a:cubicBezTo>
                    <a:cubicBezTo>
                      <a:pt x="259" y="333"/>
                      <a:pt x="263" y="330"/>
                      <a:pt x="268" y="326"/>
                    </a:cubicBezTo>
                    <a:cubicBezTo>
                      <a:pt x="273" y="322"/>
                      <a:pt x="279" y="318"/>
                      <a:pt x="287" y="313"/>
                    </a:cubicBezTo>
                    <a:cubicBezTo>
                      <a:pt x="293" y="308"/>
                      <a:pt x="298" y="304"/>
                      <a:pt x="303" y="299"/>
                    </a:cubicBezTo>
                    <a:cubicBezTo>
                      <a:pt x="307" y="295"/>
                      <a:pt x="310" y="292"/>
                      <a:pt x="313" y="287"/>
                    </a:cubicBezTo>
                    <a:cubicBezTo>
                      <a:pt x="316" y="283"/>
                      <a:pt x="319" y="278"/>
                      <a:pt x="320" y="273"/>
                    </a:cubicBezTo>
                    <a:cubicBezTo>
                      <a:pt x="322" y="268"/>
                      <a:pt x="322" y="262"/>
                      <a:pt x="322" y="255"/>
                    </a:cubicBezTo>
                    <a:cubicBezTo>
                      <a:pt x="322" y="249"/>
                      <a:pt x="321" y="243"/>
                      <a:pt x="318" y="238"/>
                    </a:cubicBezTo>
                    <a:cubicBezTo>
                      <a:pt x="316" y="232"/>
                      <a:pt x="313" y="227"/>
                      <a:pt x="309" y="224"/>
                    </a:cubicBezTo>
                    <a:cubicBezTo>
                      <a:pt x="305" y="220"/>
                      <a:pt x="300" y="218"/>
                      <a:pt x="295" y="216"/>
                    </a:cubicBezTo>
                    <a:cubicBezTo>
                      <a:pt x="289" y="214"/>
                      <a:pt x="283" y="213"/>
                      <a:pt x="277" y="213"/>
                    </a:cubicBezTo>
                    <a:close/>
                  </a:path>
                </a:pathLst>
              </a:custGeom>
              <a:solidFill>
                <a:srgbClr val="80808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 spc="-8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A8EE7D09-4028-BB6A-B576-8F756F3A3437}"/>
                </a:ext>
              </a:extLst>
            </p:cNvPr>
            <p:cNvSpPr/>
            <p:nvPr/>
          </p:nvSpPr>
          <p:spPr>
            <a:xfrm>
              <a:off x="3298842" y="3575243"/>
              <a:ext cx="180000" cy="12311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~</a:t>
              </a:r>
              <a:endPara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15" name="Date Field" descr="&lt;SmartSettings&gt;&lt;SmartResize enabled=&quot;True&quot; minWidth=&quot;20&quot; minHeight=&quot;13&quot; /&gt;&lt;/SmartSettings&gt;">
              <a:extLst>
                <a:ext uri="{FF2B5EF4-FFF2-40B4-BE49-F238E27FC236}">
                  <a16:creationId xmlns:a16="http://schemas.microsoft.com/office/drawing/2014/main" id="{113F3281-1B69-0D8D-8455-BFF2DDDE9F2D}"/>
                </a:ext>
              </a:extLst>
            </p:cNvPr>
            <p:cNvGrpSpPr/>
            <p:nvPr/>
          </p:nvGrpSpPr>
          <p:grpSpPr>
            <a:xfrm>
              <a:off x="3478842" y="3531168"/>
              <a:ext cx="890673" cy="241092"/>
              <a:chOff x="930717" y="1258939"/>
              <a:chExt cx="756980" cy="241092"/>
            </a:xfrm>
          </p:grpSpPr>
          <p:sp>
            <p:nvSpPr>
              <p:cNvPr id="116" name="Text Box">
                <a:extLst>
                  <a:ext uri="{FF2B5EF4-FFF2-40B4-BE49-F238E27FC236}">
                    <a16:creationId xmlns:a16="http://schemas.microsoft.com/office/drawing/2014/main" id="{CE5544EC-90B0-68D6-1DF2-4F4A1A934332}"/>
                  </a:ext>
                </a:extLst>
              </p:cNvPr>
              <p:cNvSpPr/>
              <p:nvPr/>
            </p:nvSpPr>
            <p:spPr>
              <a:xfrm>
                <a:off x="930717" y="1258939"/>
                <a:ext cx="756980" cy="24109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txBody>
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spc="-80">
                    <a:solidFill>
                      <a:srgbClr val="7F7F7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날짜선택</a:t>
                </a:r>
                <a:endParaRPr lang="en-US" sz="800" spc="-80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117" name="Date Picker Icon" descr="&lt;Tags&gt;&lt;SMARTRESIZEANCHORS&gt;None,None,None,Absolute&lt;/SMARTRESIZEANCHORS&gt;&lt;/Tags&gt;">
                <a:extLst>
                  <a:ext uri="{FF2B5EF4-FFF2-40B4-BE49-F238E27FC236}">
                    <a16:creationId xmlns:a16="http://schemas.microsoft.com/office/drawing/2014/main" id="{BC67B6B8-F7EA-B7A4-3836-163A91DCBF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81064" y="1295204"/>
                <a:ext cx="151264" cy="154118"/>
              </a:xfrm>
              <a:custGeom>
                <a:avLst/>
                <a:gdLst>
                  <a:gd name="T0" fmla="*/ 115 w 450"/>
                  <a:gd name="T1" fmla="*/ 79 h 445"/>
                  <a:gd name="T2" fmla="*/ 132 w 450"/>
                  <a:gd name="T3" fmla="*/ 0 h 445"/>
                  <a:gd name="T4" fmla="*/ 318 w 450"/>
                  <a:gd name="T5" fmla="*/ 0 h 445"/>
                  <a:gd name="T6" fmla="*/ 336 w 450"/>
                  <a:gd name="T7" fmla="*/ 79 h 445"/>
                  <a:gd name="T8" fmla="*/ 318 w 450"/>
                  <a:gd name="T9" fmla="*/ 0 h 445"/>
                  <a:gd name="T10" fmla="*/ 0 w 450"/>
                  <a:gd name="T11" fmla="*/ 445 h 445"/>
                  <a:gd name="T12" fmla="*/ 450 w 450"/>
                  <a:gd name="T13" fmla="*/ 39 h 445"/>
                  <a:gd name="T14" fmla="*/ 360 w 450"/>
                  <a:gd name="T15" fmla="*/ 57 h 445"/>
                  <a:gd name="T16" fmla="*/ 432 w 450"/>
                  <a:gd name="T17" fmla="*/ 427 h 445"/>
                  <a:gd name="T18" fmla="*/ 18 w 450"/>
                  <a:gd name="T19" fmla="*/ 57 h 445"/>
                  <a:gd name="T20" fmla="*/ 88 w 450"/>
                  <a:gd name="T21" fmla="*/ 39 h 445"/>
                  <a:gd name="T22" fmla="*/ 156 w 450"/>
                  <a:gd name="T23" fmla="*/ 39 h 445"/>
                  <a:gd name="T24" fmla="*/ 295 w 450"/>
                  <a:gd name="T25" fmla="*/ 57 h 445"/>
                  <a:gd name="T26" fmla="*/ 156 w 450"/>
                  <a:gd name="T27" fmla="*/ 39 h 445"/>
                  <a:gd name="T28" fmla="*/ 45 w 450"/>
                  <a:gd name="T29" fmla="*/ 142 h 445"/>
                  <a:gd name="T30" fmla="*/ 405 w 450"/>
                  <a:gd name="T31" fmla="*/ 124 h 445"/>
                  <a:gd name="T32" fmla="*/ 169 w 450"/>
                  <a:gd name="T33" fmla="*/ 212 h 445"/>
                  <a:gd name="T34" fmla="*/ 147 w 450"/>
                  <a:gd name="T35" fmla="*/ 227 h 445"/>
                  <a:gd name="T36" fmla="*/ 122 w 450"/>
                  <a:gd name="T37" fmla="*/ 238 h 445"/>
                  <a:gd name="T38" fmla="*/ 132 w 450"/>
                  <a:gd name="T39" fmla="*/ 253 h 445"/>
                  <a:gd name="T40" fmla="*/ 153 w 450"/>
                  <a:gd name="T41" fmla="*/ 242 h 445"/>
                  <a:gd name="T42" fmla="*/ 158 w 450"/>
                  <a:gd name="T43" fmla="*/ 374 h 445"/>
                  <a:gd name="T44" fmla="*/ 176 w 450"/>
                  <a:gd name="T45" fmla="*/ 212 h 445"/>
                  <a:gd name="T46" fmla="*/ 277 w 450"/>
                  <a:gd name="T47" fmla="*/ 213 h 445"/>
                  <a:gd name="T48" fmla="*/ 236 w 450"/>
                  <a:gd name="T49" fmla="*/ 228 h 445"/>
                  <a:gd name="T50" fmla="*/ 245 w 450"/>
                  <a:gd name="T51" fmla="*/ 240 h 445"/>
                  <a:gd name="T52" fmla="*/ 264 w 450"/>
                  <a:gd name="T53" fmla="*/ 230 h 445"/>
                  <a:gd name="T54" fmla="*/ 286 w 450"/>
                  <a:gd name="T55" fmla="*/ 230 h 445"/>
                  <a:gd name="T56" fmla="*/ 302 w 450"/>
                  <a:gd name="T57" fmla="*/ 245 h 445"/>
                  <a:gd name="T58" fmla="*/ 303 w 450"/>
                  <a:gd name="T59" fmla="*/ 269 h 445"/>
                  <a:gd name="T60" fmla="*/ 288 w 450"/>
                  <a:gd name="T61" fmla="*/ 292 h 445"/>
                  <a:gd name="T62" fmla="*/ 253 w 450"/>
                  <a:gd name="T63" fmla="*/ 320 h 445"/>
                  <a:gd name="T64" fmla="*/ 233 w 450"/>
                  <a:gd name="T65" fmla="*/ 348 h 445"/>
                  <a:gd name="T66" fmla="*/ 230 w 450"/>
                  <a:gd name="T67" fmla="*/ 374 h 445"/>
                  <a:gd name="T68" fmla="*/ 328 w 450"/>
                  <a:gd name="T69" fmla="*/ 358 h 445"/>
                  <a:gd name="T70" fmla="*/ 251 w 450"/>
                  <a:gd name="T71" fmla="*/ 346 h 445"/>
                  <a:gd name="T72" fmla="*/ 268 w 450"/>
                  <a:gd name="T73" fmla="*/ 326 h 445"/>
                  <a:gd name="T74" fmla="*/ 303 w 450"/>
                  <a:gd name="T75" fmla="*/ 299 h 445"/>
                  <a:gd name="T76" fmla="*/ 320 w 450"/>
                  <a:gd name="T77" fmla="*/ 273 h 445"/>
                  <a:gd name="T78" fmla="*/ 318 w 450"/>
                  <a:gd name="T79" fmla="*/ 238 h 445"/>
                  <a:gd name="T80" fmla="*/ 295 w 450"/>
                  <a:gd name="T81" fmla="*/ 216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50" h="445">
                    <a:moveTo>
                      <a:pt x="115" y="0"/>
                    </a:moveTo>
                    <a:lnTo>
                      <a:pt x="115" y="79"/>
                    </a:lnTo>
                    <a:lnTo>
                      <a:pt x="132" y="79"/>
                    </a:lnTo>
                    <a:lnTo>
                      <a:pt x="132" y="0"/>
                    </a:lnTo>
                    <a:lnTo>
                      <a:pt x="115" y="0"/>
                    </a:lnTo>
                    <a:close/>
                    <a:moveTo>
                      <a:pt x="318" y="0"/>
                    </a:moveTo>
                    <a:lnTo>
                      <a:pt x="318" y="79"/>
                    </a:lnTo>
                    <a:lnTo>
                      <a:pt x="336" y="79"/>
                    </a:lnTo>
                    <a:lnTo>
                      <a:pt x="336" y="0"/>
                    </a:lnTo>
                    <a:lnTo>
                      <a:pt x="318" y="0"/>
                    </a:lnTo>
                    <a:close/>
                    <a:moveTo>
                      <a:pt x="0" y="39"/>
                    </a:moveTo>
                    <a:lnTo>
                      <a:pt x="0" y="445"/>
                    </a:lnTo>
                    <a:lnTo>
                      <a:pt x="450" y="445"/>
                    </a:lnTo>
                    <a:lnTo>
                      <a:pt x="450" y="39"/>
                    </a:lnTo>
                    <a:lnTo>
                      <a:pt x="360" y="39"/>
                    </a:lnTo>
                    <a:lnTo>
                      <a:pt x="360" y="57"/>
                    </a:lnTo>
                    <a:lnTo>
                      <a:pt x="432" y="57"/>
                    </a:lnTo>
                    <a:lnTo>
                      <a:pt x="432" y="427"/>
                    </a:lnTo>
                    <a:lnTo>
                      <a:pt x="18" y="427"/>
                    </a:lnTo>
                    <a:lnTo>
                      <a:pt x="18" y="57"/>
                    </a:lnTo>
                    <a:lnTo>
                      <a:pt x="88" y="57"/>
                    </a:lnTo>
                    <a:lnTo>
                      <a:pt x="88" y="39"/>
                    </a:lnTo>
                    <a:lnTo>
                      <a:pt x="0" y="39"/>
                    </a:lnTo>
                    <a:close/>
                    <a:moveTo>
                      <a:pt x="156" y="39"/>
                    </a:moveTo>
                    <a:lnTo>
                      <a:pt x="156" y="57"/>
                    </a:lnTo>
                    <a:lnTo>
                      <a:pt x="295" y="57"/>
                    </a:lnTo>
                    <a:lnTo>
                      <a:pt x="295" y="39"/>
                    </a:lnTo>
                    <a:lnTo>
                      <a:pt x="156" y="39"/>
                    </a:lnTo>
                    <a:close/>
                    <a:moveTo>
                      <a:pt x="45" y="124"/>
                    </a:moveTo>
                    <a:lnTo>
                      <a:pt x="45" y="142"/>
                    </a:lnTo>
                    <a:lnTo>
                      <a:pt x="405" y="142"/>
                    </a:lnTo>
                    <a:lnTo>
                      <a:pt x="405" y="124"/>
                    </a:lnTo>
                    <a:lnTo>
                      <a:pt x="45" y="124"/>
                    </a:lnTo>
                    <a:close/>
                    <a:moveTo>
                      <a:pt x="169" y="212"/>
                    </a:moveTo>
                    <a:cubicBezTo>
                      <a:pt x="167" y="215"/>
                      <a:pt x="163" y="217"/>
                      <a:pt x="160" y="219"/>
                    </a:cubicBezTo>
                    <a:cubicBezTo>
                      <a:pt x="156" y="222"/>
                      <a:pt x="152" y="225"/>
                      <a:pt x="147" y="227"/>
                    </a:cubicBezTo>
                    <a:cubicBezTo>
                      <a:pt x="143" y="229"/>
                      <a:pt x="139" y="231"/>
                      <a:pt x="134" y="233"/>
                    </a:cubicBezTo>
                    <a:cubicBezTo>
                      <a:pt x="130" y="235"/>
                      <a:pt x="126" y="237"/>
                      <a:pt x="122" y="238"/>
                    </a:cubicBezTo>
                    <a:lnTo>
                      <a:pt x="122" y="256"/>
                    </a:lnTo>
                    <a:cubicBezTo>
                      <a:pt x="125" y="255"/>
                      <a:pt x="129" y="254"/>
                      <a:pt x="132" y="253"/>
                    </a:cubicBezTo>
                    <a:cubicBezTo>
                      <a:pt x="136" y="251"/>
                      <a:pt x="140" y="249"/>
                      <a:pt x="143" y="247"/>
                    </a:cubicBezTo>
                    <a:cubicBezTo>
                      <a:pt x="146" y="246"/>
                      <a:pt x="150" y="244"/>
                      <a:pt x="153" y="242"/>
                    </a:cubicBezTo>
                    <a:cubicBezTo>
                      <a:pt x="155" y="240"/>
                      <a:pt x="156" y="238"/>
                      <a:pt x="158" y="237"/>
                    </a:cubicBezTo>
                    <a:lnTo>
                      <a:pt x="158" y="374"/>
                    </a:lnTo>
                    <a:lnTo>
                      <a:pt x="176" y="374"/>
                    </a:lnTo>
                    <a:lnTo>
                      <a:pt x="176" y="212"/>
                    </a:lnTo>
                    <a:lnTo>
                      <a:pt x="169" y="212"/>
                    </a:lnTo>
                    <a:close/>
                    <a:moveTo>
                      <a:pt x="277" y="213"/>
                    </a:moveTo>
                    <a:cubicBezTo>
                      <a:pt x="268" y="213"/>
                      <a:pt x="260" y="214"/>
                      <a:pt x="254" y="217"/>
                    </a:cubicBezTo>
                    <a:cubicBezTo>
                      <a:pt x="248" y="219"/>
                      <a:pt x="241" y="223"/>
                      <a:pt x="236" y="228"/>
                    </a:cubicBezTo>
                    <a:lnTo>
                      <a:pt x="236" y="247"/>
                    </a:lnTo>
                    <a:cubicBezTo>
                      <a:pt x="239" y="245"/>
                      <a:pt x="242" y="242"/>
                      <a:pt x="245" y="240"/>
                    </a:cubicBezTo>
                    <a:cubicBezTo>
                      <a:pt x="248" y="237"/>
                      <a:pt x="251" y="235"/>
                      <a:pt x="254" y="233"/>
                    </a:cubicBezTo>
                    <a:cubicBezTo>
                      <a:pt x="257" y="232"/>
                      <a:pt x="260" y="231"/>
                      <a:pt x="264" y="230"/>
                    </a:cubicBezTo>
                    <a:cubicBezTo>
                      <a:pt x="267" y="229"/>
                      <a:pt x="271" y="228"/>
                      <a:pt x="274" y="228"/>
                    </a:cubicBezTo>
                    <a:cubicBezTo>
                      <a:pt x="278" y="228"/>
                      <a:pt x="282" y="229"/>
                      <a:pt x="286" y="230"/>
                    </a:cubicBezTo>
                    <a:cubicBezTo>
                      <a:pt x="289" y="231"/>
                      <a:pt x="293" y="233"/>
                      <a:pt x="295" y="235"/>
                    </a:cubicBezTo>
                    <a:cubicBezTo>
                      <a:pt x="298" y="237"/>
                      <a:pt x="300" y="241"/>
                      <a:pt x="302" y="245"/>
                    </a:cubicBezTo>
                    <a:cubicBezTo>
                      <a:pt x="303" y="248"/>
                      <a:pt x="303" y="252"/>
                      <a:pt x="303" y="257"/>
                    </a:cubicBezTo>
                    <a:cubicBezTo>
                      <a:pt x="303" y="261"/>
                      <a:pt x="304" y="266"/>
                      <a:pt x="303" y="269"/>
                    </a:cubicBezTo>
                    <a:cubicBezTo>
                      <a:pt x="302" y="273"/>
                      <a:pt x="300" y="277"/>
                      <a:pt x="297" y="281"/>
                    </a:cubicBezTo>
                    <a:cubicBezTo>
                      <a:pt x="295" y="285"/>
                      <a:pt x="291" y="289"/>
                      <a:pt x="288" y="292"/>
                    </a:cubicBezTo>
                    <a:cubicBezTo>
                      <a:pt x="284" y="296"/>
                      <a:pt x="279" y="300"/>
                      <a:pt x="273" y="304"/>
                    </a:cubicBezTo>
                    <a:cubicBezTo>
                      <a:pt x="265" y="310"/>
                      <a:pt x="259" y="315"/>
                      <a:pt x="253" y="320"/>
                    </a:cubicBezTo>
                    <a:cubicBezTo>
                      <a:pt x="248" y="324"/>
                      <a:pt x="243" y="329"/>
                      <a:pt x="240" y="334"/>
                    </a:cubicBezTo>
                    <a:cubicBezTo>
                      <a:pt x="237" y="339"/>
                      <a:pt x="234" y="343"/>
                      <a:pt x="233" y="348"/>
                    </a:cubicBezTo>
                    <a:cubicBezTo>
                      <a:pt x="231" y="353"/>
                      <a:pt x="230" y="360"/>
                      <a:pt x="230" y="367"/>
                    </a:cubicBezTo>
                    <a:lnTo>
                      <a:pt x="230" y="374"/>
                    </a:lnTo>
                    <a:lnTo>
                      <a:pt x="328" y="374"/>
                    </a:lnTo>
                    <a:lnTo>
                      <a:pt x="328" y="358"/>
                    </a:lnTo>
                    <a:lnTo>
                      <a:pt x="250" y="358"/>
                    </a:lnTo>
                    <a:cubicBezTo>
                      <a:pt x="250" y="353"/>
                      <a:pt x="250" y="349"/>
                      <a:pt x="251" y="346"/>
                    </a:cubicBezTo>
                    <a:cubicBezTo>
                      <a:pt x="252" y="343"/>
                      <a:pt x="254" y="340"/>
                      <a:pt x="257" y="337"/>
                    </a:cubicBezTo>
                    <a:cubicBezTo>
                      <a:pt x="259" y="333"/>
                      <a:pt x="263" y="330"/>
                      <a:pt x="268" y="326"/>
                    </a:cubicBezTo>
                    <a:cubicBezTo>
                      <a:pt x="273" y="322"/>
                      <a:pt x="279" y="318"/>
                      <a:pt x="287" y="313"/>
                    </a:cubicBezTo>
                    <a:cubicBezTo>
                      <a:pt x="293" y="308"/>
                      <a:pt x="298" y="304"/>
                      <a:pt x="303" y="299"/>
                    </a:cubicBezTo>
                    <a:cubicBezTo>
                      <a:pt x="307" y="295"/>
                      <a:pt x="310" y="292"/>
                      <a:pt x="313" y="287"/>
                    </a:cubicBezTo>
                    <a:cubicBezTo>
                      <a:pt x="316" y="283"/>
                      <a:pt x="319" y="278"/>
                      <a:pt x="320" y="273"/>
                    </a:cubicBezTo>
                    <a:cubicBezTo>
                      <a:pt x="322" y="268"/>
                      <a:pt x="322" y="262"/>
                      <a:pt x="322" y="255"/>
                    </a:cubicBezTo>
                    <a:cubicBezTo>
                      <a:pt x="322" y="249"/>
                      <a:pt x="321" y="243"/>
                      <a:pt x="318" y="238"/>
                    </a:cubicBezTo>
                    <a:cubicBezTo>
                      <a:pt x="316" y="232"/>
                      <a:pt x="313" y="227"/>
                      <a:pt x="309" y="224"/>
                    </a:cubicBezTo>
                    <a:cubicBezTo>
                      <a:pt x="305" y="220"/>
                      <a:pt x="300" y="218"/>
                      <a:pt x="295" y="216"/>
                    </a:cubicBezTo>
                    <a:cubicBezTo>
                      <a:pt x="289" y="214"/>
                      <a:pt x="283" y="213"/>
                      <a:pt x="277" y="213"/>
                    </a:cubicBezTo>
                    <a:close/>
                  </a:path>
                </a:pathLst>
              </a:custGeom>
              <a:solidFill>
                <a:srgbClr val="80808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 spc="-8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A1528D19-1CDF-0B40-18C5-13549333B43E}"/>
              </a:ext>
            </a:extLst>
          </p:cNvPr>
          <p:cNvGrpSpPr/>
          <p:nvPr/>
        </p:nvGrpSpPr>
        <p:grpSpPr>
          <a:xfrm>
            <a:off x="1233538" y="2431912"/>
            <a:ext cx="567933" cy="307299"/>
            <a:chOff x="1249583" y="948238"/>
            <a:chExt cx="567933" cy="307299"/>
          </a:xfrm>
        </p:grpSpPr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8931A740-1EE0-FF04-3CF4-44B40BD2BF7E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 전체  </a:t>
              </a:r>
              <a:r>
                <a:rPr lang="ko-KR" altLang="en-US" sz="800" spc="-8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</a:t>
              </a:r>
              <a:endPara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D2E57AE0-F107-3469-9402-4A6FEC97EC5A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52FE74E3-E53C-60C8-8A99-4FBD447BFE39}"/>
              </a:ext>
            </a:extLst>
          </p:cNvPr>
          <p:cNvSpPr txBox="1"/>
          <p:nvPr/>
        </p:nvSpPr>
        <p:spPr>
          <a:xfrm>
            <a:off x="7778837" y="887607"/>
            <a:ext cx="15151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🏚️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공연정보 관리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 목록 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EF48467-CC83-9FFC-1000-676CA15551DE}"/>
              </a:ext>
            </a:extLst>
          </p:cNvPr>
          <p:cNvSpPr/>
          <p:nvPr/>
        </p:nvSpPr>
        <p:spPr>
          <a:xfrm>
            <a:off x="8440579" y="1398917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FED1C92-3E21-6E9D-4894-F5FFE9B154EA}"/>
              </a:ext>
            </a:extLst>
          </p:cNvPr>
          <p:cNvSpPr/>
          <p:nvPr/>
        </p:nvSpPr>
        <p:spPr>
          <a:xfrm>
            <a:off x="511401" y="1708075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6D03BFD-CA25-22BA-41D1-BC340EE133C5}"/>
              </a:ext>
            </a:extLst>
          </p:cNvPr>
          <p:cNvSpPr/>
          <p:nvPr/>
        </p:nvSpPr>
        <p:spPr>
          <a:xfrm>
            <a:off x="670561" y="1833624"/>
            <a:ext cx="7819980" cy="947676"/>
          </a:xfrm>
          <a:prstGeom prst="roundRect">
            <a:avLst>
              <a:gd name="adj" fmla="val 3802"/>
            </a:avLst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DB47464-4F15-12CB-7B40-77D990DF8DD7}"/>
              </a:ext>
            </a:extLst>
          </p:cNvPr>
          <p:cNvGrpSpPr/>
          <p:nvPr/>
        </p:nvGrpSpPr>
        <p:grpSpPr>
          <a:xfrm>
            <a:off x="756297" y="1214990"/>
            <a:ext cx="2735427" cy="226800"/>
            <a:chOff x="785938" y="1834438"/>
            <a:chExt cx="2735427" cy="2268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E970C46-D7C6-29DA-C812-78041DA8562E}"/>
                </a:ext>
              </a:extLst>
            </p:cNvPr>
            <p:cNvSpPr/>
            <p:nvPr/>
          </p:nvSpPr>
          <p:spPr>
            <a:xfrm>
              <a:off x="785938" y="1845794"/>
              <a:ext cx="306421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검색어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817304D-E418-70D1-79FE-4790AB5796A6}"/>
                </a:ext>
              </a:extLst>
            </p:cNvPr>
            <p:cNvSpPr/>
            <p:nvPr/>
          </p:nvSpPr>
          <p:spPr>
            <a:xfrm>
              <a:off x="1941708" y="1834438"/>
              <a:ext cx="1579657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tlCol="0" anchor="ctr"/>
            <a:lstStyle/>
            <a:p>
              <a:r>
                <a:rPr lang="ko-KR" altLang="en-US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검색어를 입력해주세요</a:t>
              </a:r>
              <a:r>
                <a:rPr lang="en-US" altLang="ko-KR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ko-KR" altLang="en-US" sz="800" spc="-8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064E5D9-1567-F36B-C148-70299A74BC05}"/>
              </a:ext>
            </a:extLst>
          </p:cNvPr>
          <p:cNvGrpSpPr/>
          <p:nvPr/>
        </p:nvGrpSpPr>
        <p:grpSpPr>
          <a:xfrm>
            <a:off x="1240958" y="1169595"/>
            <a:ext cx="567933" cy="307299"/>
            <a:chOff x="1249583" y="948238"/>
            <a:chExt cx="567933" cy="307299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77FDBBA-859C-7897-BF28-4274FC5387F3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 전체  </a:t>
              </a: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549894F-26C8-EE5B-0BB7-4B2B12EEBA97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3420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B454A-4A4A-C35A-7CA3-C732750D8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4FB45FF-88EB-A4F9-E18C-6EF58B036D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공연 등록 화면 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623089-D7F3-ADCA-CC77-38265C246A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Home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공연정보 관리 </a:t>
            </a:r>
            <a:r>
              <a:rPr lang="en-US" altLang="ko-KR" dirty="0"/>
              <a:t>&gt; </a:t>
            </a:r>
            <a:r>
              <a:rPr lang="ko-KR" altLang="en-US" dirty="0"/>
              <a:t>공연 목록  </a:t>
            </a:r>
            <a:r>
              <a:rPr lang="en-US" altLang="ko-KR" dirty="0"/>
              <a:t>&gt; </a:t>
            </a:r>
            <a:r>
              <a:rPr lang="ko-KR" altLang="en-US" dirty="0"/>
              <a:t>공연 등록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4708F1E4-9C9D-8BFC-5BF7-96CD457299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 algn="ctr"/>
            <a:r>
              <a:rPr lang="af-ZA" altLang="ko-KR" dirty="0"/>
              <a:t>PF01-002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0413B-FE1C-8F09-116A-1F12F987B671}"/>
              </a:ext>
            </a:extLst>
          </p:cNvPr>
          <p:cNvSpPr txBox="1"/>
          <p:nvPr/>
        </p:nvSpPr>
        <p:spPr>
          <a:xfrm>
            <a:off x="383780" y="890710"/>
            <a:ext cx="166834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20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 등록</a:t>
            </a:r>
          </a:p>
        </p:txBody>
      </p:sp>
      <p:graphicFrame>
        <p:nvGraphicFramePr>
          <p:cNvPr id="62" name="Group 160">
            <a:extLst>
              <a:ext uri="{FF2B5EF4-FFF2-40B4-BE49-F238E27FC236}">
                <a16:creationId xmlns:a16="http://schemas.microsoft.com/office/drawing/2014/main" id="{8B4CEF67-C2AB-1902-2EA0-FF69313C7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016035"/>
              </p:ext>
            </p:extLst>
          </p:nvPr>
        </p:nvGraphicFramePr>
        <p:xfrm>
          <a:off x="9521825" y="436797"/>
          <a:ext cx="2664000" cy="5900759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</a:p>
                  </a:txBody>
                  <a:tcPr marL="83041" marR="83041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공연정보 관리 </a:t>
                      </a: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kumimoji="1" lang="ko-KR" altLang="en-US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목록  </a:t>
                      </a: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kumimoji="1" lang="ko-KR" altLang="en-US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등록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등록 페이지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공통기능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kumimoji="1" lang="ko-KR" altLang="en-US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관리자페이지 중복기능 통합 가이드</a:t>
                      </a: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 p.4</a:t>
                      </a:r>
                    </a:p>
                  </a:txBody>
                  <a:tcPr marL="72000" marR="36000" marT="72000" marB="72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56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kumimoji="1" lang="en-US" altLang="ko-KR" sz="8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공연구분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Select List</a:t>
                      </a:r>
                      <a:endParaRPr kumimoji="1" lang="ko-KR" altLang="en-US" sz="8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선택시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기획공연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대관공연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공연명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입력 영역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허용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공연명을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11992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장르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Select List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선택시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뮤지컬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대중음악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클래식무용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아동가족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연극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국악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기타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07385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포스터 업로드 영역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파일 추가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파일 탐색기로 업로드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단일 업로드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30MB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제한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첨부 파일 형식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jpg, jpeg, </a:t>
                      </a:r>
                      <a:r>
                        <a:rPr kumimoji="1" lang="en-US" altLang="ko-KR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png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en-US" altLang="ko-KR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svg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gif</a:t>
                      </a:r>
                      <a:endParaRPr kumimoji="1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이미지 업로드 시 파일 영역에 파일명 및 삭제 버튼 표시</a:t>
                      </a: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7228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공연장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Select List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선택시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75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세부장소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세부장소를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허용</a:t>
                      </a: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93333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공연시간 입력 영역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허용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공연시간을 입력해주세요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(ex 90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공연시작 시간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시간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(HH.MM)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숫자 입력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타임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피커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복수 입력 기능 추가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[+]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추가 입력 폼 출력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[-]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해당 폼 삭제</a:t>
                      </a: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27798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공연기간 설정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날짜 범위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데이트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피커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출력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32400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8-1.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종료일이 시작일보다 크면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Alert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표시 </a:t>
                      </a: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16335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공연요일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설정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요일 선택 체크박스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중복 체크 가능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월요일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화요일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수요일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목요일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금요일 </a:t>
                      </a: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8248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8948A67-9CE9-3357-C4BD-F68018FD6A7F}"/>
              </a:ext>
            </a:extLst>
          </p:cNvPr>
          <p:cNvSpPr txBox="1"/>
          <p:nvPr/>
        </p:nvSpPr>
        <p:spPr>
          <a:xfrm>
            <a:off x="7249691" y="888365"/>
            <a:ext cx="20088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🏚️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공연정보 관리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 목록 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 등록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3473D72-A3B6-A61A-387C-A9060521A0F9}"/>
              </a:ext>
            </a:extLst>
          </p:cNvPr>
          <p:cNvSpPr txBox="1"/>
          <p:nvPr/>
        </p:nvSpPr>
        <p:spPr>
          <a:xfrm>
            <a:off x="383780" y="1145543"/>
            <a:ext cx="166834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 정보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B3395E9-163F-FB83-FDE5-A99AB0972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151426"/>
              </p:ext>
            </p:extLst>
          </p:nvPr>
        </p:nvGraphicFramePr>
        <p:xfrm>
          <a:off x="340232" y="1353942"/>
          <a:ext cx="8805825" cy="4817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987">
                  <a:extLst>
                    <a:ext uri="{9D8B030D-6E8A-4147-A177-3AD203B41FA5}">
                      <a16:colId xmlns:a16="http://schemas.microsoft.com/office/drawing/2014/main" val="3059012004"/>
                    </a:ext>
                  </a:extLst>
                </a:gridCol>
                <a:gridCol w="7769838">
                  <a:extLst>
                    <a:ext uri="{9D8B030D-6E8A-4147-A177-3AD203B41FA5}">
                      <a16:colId xmlns:a16="http://schemas.microsoft.com/office/drawing/2014/main" val="2912175457"/>
                    </a:ext>
                  </a:extLst>
                </a:gridCol>
              </a:tblGrid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구분</a:t>
                      </a:r>
                      <a:r>
                        <a:rPr lang="en-US" altLang="ko-KR" sz="800" b="1" kern="1200" spc="-5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endParaRPr lang="ko-KR" altLang="en-US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53739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 err="1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공연명</a:t>
                      </a: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1" kern="1200" spc="-5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endParaRPr lang="ko-KR" altLang="en-US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드롭다운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105729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장르 </a:t>
                      </a:r>
                      <a:r>
                        <a:rPr lang="en-US" altLang="ko-KR" sz="800" b="1" kern="1200" spc="-5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드롭다운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875279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포스터 </a:t>
                      </a:r>
                      <a:r>
                        <a:rPr lang="en-US" altLang="ko-KR" sz="800" b="1" kern="1200" spc="-5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endParaRPr lang="ko-KR" altLang="en-US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첨부파일</a:t>
                      </a:r>
                      <a:br>
                        <a:rPr lang="en-US" altLang="ko-KR" sz="800" b="1" kern="1200" spc="-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endParaRPr lang="en-US" altLang="ko-KR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spc="-5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spc="-5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978676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장소</a:t>
                      </a:r>
                      <a:r>
                        <a:rPr lang="en-US" altLang="ko-KR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공연장</a:t>
                      </a:r>
                      <a:r>
                        <a:rPr lang="en-US" altLang="ko-KR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en-US" altLang="ko-KR" sz="800" b="1" kern="1200" spc="-5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endParaRPr lang="ko-KR" altLang="en-US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드롭다운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390934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세부장소 </a:t>
                      </a: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657566"/>
                  </a:ext>
                </a:extLst>
              </a:tr>
              <a:tr h="7073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시간 </a:t>
                      </a:r>
                      <a:r>
                        <a:rPr lang="en-US" altLang="ko-KR" sz="800" b="1" kern="1200" spc="-5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endParaRPr lang="ko-KR" altLang="en-US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384670"/>
                  </a:ext>
                </a:extLst>
              </a:tr>
              <a:tr h="326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기간 </a:t>
                      </a:r>
                      <a:r>
                        <a:rPr lang="en-US" altLang="ko-KR" sz="800" b="1" kern="1200" spc="-5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endParaRPr lang="ko-KR" altLang="en-US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506818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요일 </a:t>
                      </a:r>
                      <a:r>
                        <a:rPr lang="en-US" altLang="ko-KR" sz="800" b="1" kern="1200" spc="-5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endParaRPr lang="ko-KR" altLang="en-US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8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⬜ 전체   </a:t>
                      </a:r>
                      <a:r>
                        <a:rPr lang="en-US" altLang="ko-KR" sz="800" spc="-8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</a:t>
                      </a:r>
                      <a:r>
                        <a:rPr lang="ko-KR" altLang="en-US" sz="800" spc="-8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⬜ 월요일   ⬜ 화요일   ⬜ 수요일   ⬜ 목요일   ⬜ 금요일   ⬜ 토요일    ⬜ 일요일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035015"/>
                  </a:ext>
                </a:extLst>
              </a:tr>
              <a:tr h="8964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랭킹 이미지 </a:t>
                      </a:r>
                      <a:r>
                        <a:rPr lang="en-US" altLang="ko-KR" sz="800" b="1" kern="1200" spc="-5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endParaRPr lang="ko-KR" altLang="en-US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8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59381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AFDA62FF-D267-0722-ABB2-9F383564C9E8}"/>
              </a:ext>
            </a:extLst>
          </p:cNvPr>
          <p:cNvSpPr/>
          <p:nvPr/>
        </p:nvSpPr>
        <p:spPr>
          <a:xfrm>
            <a:off x="1444503" y="3933236"/>
            <a:ext cx="1484712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bIns="0" rtlCol="0" anchor="ctr" anchorCtr="0"/>
          <a:lstStyle/>
          <a:p>
            <a:r>
              <a:rPr lang="ko-KR" altLang="en-US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 시간을 입력해 주세요</a:t>
            </a:r>
            <a:r>
              <a:rPr lang="en-US" altLang="ko-KR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.(ex 90</a:t>
            </a:r>
            <a:r>
              <a:rPr lang="ko-KR" altLang="en-US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</a:t>
            </a:r>
            <a:r>
              <a:rPr lang="en-US" altLang="ko-KR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700" spc="-5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6CFD9A6-36D4-E71F-E8B6-9F647264B3D0}"/>
              </a:ext>
            </a:extLst>
          </p:cNvPr>
          <p:cNvGrpSpPr/>
          <p:nvPr/>
        </p:nvGrpSpPr>
        <p:grpSpPr>
          <a:xfrm>
            <a:off x="1438965" y="1378478"/>
            <a:ext cx="567933" cy="307299"/>
            <a:chOff x="1249583" y="948238"/>
            <a:chExt cx="567933" cy="307299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F50333B-718C-9E0D-D4DC-64363D2636B3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 선택  </a:t>
              </a:r>
              <a:r>
                <a:rPr lang="ko-KR" altLang="en-US" sz="800" spc="-8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</a:t>
              </a:r>
              <a:endPara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58026E9-F946-8F0F-2E1C-283C4B7DE063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682985B-97FF-F775-0D36-9F924375A078}"/>
              </a:ext>
            </a:extLst>
          </p:cNvPr>
          <p:cNvGrpSpPr/>
          <p:nvPr/>
        </p:nvGrpSpPr>
        <p:grpSpPr>
          <a:xfrm>
            <a:off x="1438965" y="2122841"/>
            <a:ext cx="567933" cy="307299"/>
            <a:chOff x="1249583" y="948238"/>
            <a:chExt cx="567933" cy="307299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B35EFF5-FC6D-B65B-3C32-AA48ABFC2A71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선택  </a:t>
              </a: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0A6A0C5-6F97-3267-3845-DD4E2EDD18B7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191E9DB-EE86-C32D-07DD-191279C584E0}"/>
              </a:ext>
            </a:extLst>
          </p:cNvPr>
          <p:cNvSpPr/>
          <p:nvPr/>
        </p:nvSpPr>
        <p:spPr>
          <a:xfrm>
            <a:off x="1445096" y="2486655"/>
            <a:ext cx="650026" cy="225960"/>
          </a:xfrm>
          <a:prstGeom prst="roundRect">
            <a:avLst>
              <a:gd name="adj" fmla="val 919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파일 추가</a:t>
            </a:r>
          </a:p>
        </p:txBody>
      </p:sp>
      <p:sp>
        <p:nvSpPr>
          <p:cNvPr id="22" name="Text Box">
            <a:extLst>
              <a:ext uri="{FF2B5EF4-FFF2-40B4-BE49-F238E27FC236}">
                <a16:creationId xmlns:a16="http://schemas.microsoft.com/office/drawing/2014/main" id="{6C5C263D-593E-17B3-E398-8E922AA98678}"/>
              </a:ext>
            </a:extLst>
          </p:cNvPr>
          <p:cNvSpPr/>
          <p:nvPr/>
        </p:nvSpPr>
        <p:spPr>
          <a:xfrm>
            <a:off x="2975955" y="3931703"/>
            <a:ext cx="890674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ko-KR" altLang="en-US" sz="800" spc="-8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 시작 시간 🕒</a:t>
            </a:r>
            <a:endParaRPr lang="en-US" sz="800" spc="-80" dirty="0">
              <a:solidFill>
                <a:srgbClr val="7F7F7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432CC4E-3ABF-E95C-A68E-865DD71EDA73}"/>
              </a:ext>
            </a:extLst>
          </p:cNvPr>
          <p:cNvGrpSpPr/>
          <p:nvPr/>
        </p:nvGrpSpPr>
        <p:grpSpPr>
          <a:xfrm>
            <a:off x="1438965" y="3167361"/>
            <a:ext cx="567933" cy="307299"/>
            <a:chOff x="1249583" y="948238"/>
            <a:chExt cx="567933" cy="307299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C3FEF7F0-BC1E-E18A-B074-FFAB51F31A87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 선택  </a:t>
              </a:r>
              <a:r>
                <a:rPr lang="ko-KR" altLang="en-US" sz="800" spc="-8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</a:t>
              </a:r>
              <a:endPara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C478B6B4-EA78-2A36-0794-428BB857AF3F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98C14F2-DA7E-FC5E-30B0-F0B0541AB7A3}"/>
              </a:ext>
            </a:extLst>
          </p:cNvPr>
          <p:cNvSpPr/>
          <p:nvPr/>
        </p:nvSpPr>
        <p:spPr>
          <a:xfrm>
            <a:off x="1442941" y="1773729"/>
            <a:ext cx="4212000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bIns="0" rtlCol="0" anchor="ctr" anchorCtr="0"/>
          <a:lstStyle/>
          <a:p>
            <a:r>
              <a:rPr lang="ko-KR" altLang="en-US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공연명을 입력해 주세요</a:t>
            </a:r>
            <a:r>
              <a:rPr lang="en-US" altLang="ko-KR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700" spc="-5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3C8944D-D96E-DDE2-428E-A7C679BA048D}"/>
              </a:ext>
            </a:extLst>
          </p:cNvPr>
          <p:cNvSpPr/>
          <p:nvPr/>
        </p:nvSpPr>
        <p:spPr>
          <a:xfrm>
            <a:off x="5866419" y="1382389"/>
            <a:ext cx="553211" cy="30187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가획공연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대관공연</a:t>
            </a: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E013116A-64BD-8722-4D2E-72B5AE89C704}"/>
              </a:ext>
            </a:extLst>
          </p:cNvPr>
          <p:cNvCxnSpPr>
            <a:cxnSpLocks/>
            <a:stCxn id="16" idx="2"/>
            <a:endCxn id="47" idx="1"/>
          </p:cNvCxnSpPr>
          <p:nvPr/>
        </p:nvCxnSpPr>
        <p:spPr>
          <a:xfrm rot="5400000" flipH="1" flipV="1">
            <a:off x="3734337" y="-485441"/>
            <a:ext cx="113315" cy="4150848"/>
          </a:xfrm>
          <a:prstGeom prst="bentConnector4">
            <a:avLst>
              <a:gd name="adj1" fmla="val -71950"/>
              <a:gd name="adj2" fmla="val 53332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91A4CB9-858F-4125-0606-1817AB1AA3BE}"/>
              </a:ext>
            </a:extLst>
          </p:cNvPr>
          <p:cNvSpPr txBox="1"/>
          <p:nvPr/>
        </p:nvSpPr>
        <p:spPr>
          <a:xfrm>
            <a:off x="5852543" y="1187675"/>
            <a:ext cx="626005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1-1) Select List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D9FAE9B-6F41-CFC1-2A79-A4EB33BE51BF}"/>
              </a:ext>
            </a:extLst>
          </p:cNvPr>
          <p:cNvSpPr/>
          <p:nvPr/>
        </p:nvSpPr>
        <p:spPr>
          <a:xfrm>
            <a:off x="7809519" y="2149424"/>
            <a:ext cx="553211" cy="9774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뮤지컬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대중음악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클래식</a:t>
            </a:r>
            <a:br>
              <a:rPr lang="en-US" altLang="ko-KR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무용 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아동가족 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연극</a:t>
            </a:r>
            <a:br>
              <a:rPr lang="en-US" altLang="ko-KR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국악    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기타</a:t>
            </a:r>
          </a:p>
        </p:txBody>
      </p: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0EB5679A-B427-FF2A-3DCA-0EEFD111F628}"/>
              </a:ext>
            </a:extLst>
          </p:cNvPr>
          <p:cNvCxnSpPr>
            <a:cxnSpLocks/>
            <a:stCxn id="19" idx="2"/>
            <a:endCxn id="60" idx="1"/>
          </p:cNvCxnSpPr>
          <p:nvPr/>
        </p:nvCxnSpPr>
        <p:spPr>
          <a:xfrm rot="16200000" flipH="1">
            <a:off x="4638975" y="-532401"/>
            <a:ext cx="247141" cy="6093948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77271A6-EE50-BE76-1D8F-9BE15E1A7E7B}"/>
              </a:ext>
            </a:extLst>
          </p:cNvPr>
          <p:cNvSpPr txBox="1"/>
          <p:nvPr/>
        </p:nvSpPr>
        <p:spPr>
          <a:xfrm>
            <a:off x="7795643" y="1948036"/>
            <a:ext cx="626005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3-1) Select List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8248AC7-A82C-23AB-13D6-EA03CA218A9B}"/>
              </a:ext>
            </a:extLst>
          </p:cNvPr>
          <p:cNvSpPr/>
          <p:nvPr/>
        </p:nvSpPr>
        <p:spPr>
          <a:xfrm>
            <a:off x="5734885" y="3484025"/>
            <a:ext cx="627449" cy="66915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pc="-8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Ａ아트홀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Ｂ아트홀</a:t>
            </a:r>
            <a:endParaRPr lang="ko-KR" altLang="en-US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CA98867-5F4F-70E9-1961-101829C1B79B}"/>
              </a:ext>
            </a:extLst>
          </p:cNvPr>
          <p:cNvSpPr txBox="1"/>
          <p:nvPr/>
        </p:nvSpPr>
        <p:spPr>
          <a:xfrm>
            <a:off x="6175010" y="3154749"/>
            <a:ext cx="626005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5-1) Select List</a:t>
            </a:r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78D0158D-E003-B91A-BAC7-AE0D54CBD5E4}"/>
              </a:ext>
            </a:extLst>
          </p:cNvPr>
          <p:cNvCxnSpPr>
            <a:cxnSpLocks/>
            <a:stCxn id="98" idx="3"/>
            <a:endCxn id="66" idx="1"/>
          </p:cNvCxnSpPr>
          <p:nvPr/>
        </p:nvCxnSpPr>
        <p:spPr>
          <a:xfrm>
            <a:off x="3210164" y="3325636"/>
            <a:ext cx="2524721" cy="492966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F694C0A6-C17E-14AA-A193-5B2A646C451D}"/>
              </a:ext>
            </a:extLst>
          </p:cNvPr>
          <p:cNvSpPr/>
          <p:nvPr/>
        </p:nvSpPr>
        <p:spPr>
          <a:xfrm>
            <a:off x="113034" y="1419642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6961645B-2F94-9C74-F5E5-4A8D924A0328}"/>
              </a:ext>
            </a:extLst>
          </p:cNvPr>
          <p:cNvSpPr/>
          <p:nvPr/>
        </p:nvSpPr>
        <p:spPr>
          <a:xfrm>
            <a:off x="113034" y="1814442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9331464C-F59B-0CC5-FD01-86C9E34C0891}"/>
              </a:ext>
            </a:extLst>
          </p:cNvPr>
          <p:cNvSpPr/>
          <p:nvPr/>
        </p:nvSpPr>
        <p:spPr>
          <a:xfrm>
            <a:off x="113034" y="2129187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DD479966-9128-FB83-9DEA-DA0EF0552B89}"/>
              </a:ext>
            </a:extLst>
          </p:cNvPr>
          <p:cNvSpPr/>
          <p:nvPr/>
        </p:nvSpPr>
        <p:spPr>
          <a:xfrm>
            <a:off x="113034" y="2677127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FF8E43B5-E599-2F02-FA94-C6BF6632A360}"/>
              </a:ext>
            </a:extLst>
          </p:cNvPr>
          <p:cNvSpPr/>
          <p:nvPr/>
        </p:nvSpPr>
        <p:spPr>
          <a:xfrm>
            <a:off x="113034" y="3217460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08ADBA8B-9BF5-031D-FFAC-0270C44CF0CC}"/>
              </a:ext>
            </a:extLst>
          </p:cNvPr>
          <p:cNvSpPr/>
          <p:nvPr/>
        </p:nvSpPr>
        <p:spPr>
          <a:xfrm>
            <a:off x="113034" y="3944618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2D73B07-3099-E3C7-EA3E-09CB169EE5B8}"/>
              </a:ext>
            </a:extLst>
          </p:cNvPr>
          <p:cNvSpPr/>
          <p:nvPr/>
        </p:nvSpPr>
        <p:spPr>
          <a:xfrm>
            <a:off x="113034" y="4523528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1BEE96F-9A70-CFFC-E676-E259CEB7EFEA}"/>
              </a:ext>
            </a:extLst>
          </p:cNvPr>
          <p:cNvSpPr txBox="1"/>
          <p:nvPr/>
        </p:nvSpPr>
        <p:spPr>
          <a:xfrm>
            <a:off x="2040413" y="1423199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78358D9-D37B-19C2-5EE9-25F28F2724A2}"/>
              </a:ext>
            </a:extLst>
          </p:cNvPr>
          <p:cNvSpPr txBox="1"/>
          <p:nvPr/>
        </p:nvSpPr>
        <p:spPr>
          <a:xfrm>
            <a:off x="5700751" y="1780408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EA4A84F-E29C-51B1-94FB-B3712E8658E9}"/>
              </a:ext>
            </a:extLst>
          </p:cNvPr>
          <p:cNvSpPr txBox="1"/>
          <p:nvPr/>
        </p:nvSpPr>
        <p:spPr>
          <a:xfrm>
            <a:off x="2061277" y="2150218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516ED35-AA09-448F-7C54-D8EE442B0217}"/>
              </a:ext>
            </a:extLst>
          </p:cNvPr>
          <p:cNvSpPr txBox="1"/>
          <p:nvPr/>
        </p:nvSpPr>
        <p:spPr>
          <a:xfrm>
            <a:off x="2136946" y="2494448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50F9DE7-339A-1383-A2F9-B2E8EC96A168}"/>
              </a:ext>
            </a:extLst>
          </p:cNvPr>
          <p:cNvSpPr txBox="1"/>
          <p:nvPr/>
        </p:nvSpPr>
        <p:spPr>
          <a:xfrm>
            <a:off x="2065543" y="3209553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1B618A1-AC5E-73D4-A034-D63632709692}"/>
              </a:ext>
            </a:extLst>
          </p:cNvPr>
          <p:cNvSpPr txBox="1"/>
          <p:nvPr/>
        </p:nvSpPr>
        <p:spPr>
          <a:xfrm>
            <a:off x="4378093" y="3948761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7AC8DBE-42BA-A2C8-727C-4FBD30C0E76F}"/>
              </a:ext>
            </a:extLst>
          </p:cNvPr>
          <p:cNvSpPr txBox="1"/>
          <p:nvPr/>
        </p:nvSpPr>
        <p:spPr>
          <a:xfrm>
            <a:off x="3432403" y="4632538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95486B5-F3E9-7741-AE9B-9074341E34D1}"/>
              </a:ext>
            </a:extLst>
          </p:cNvPr>
          <p:cNvGrpSpPr/>
          <p:nvPr/>
        </p:nvGrpSpPr>
        <p:grpSpPr>
          <a:xfrm>
            <a:off x="7207652" y="4345948"/>
            <a:ext cx="2201656" cy="1488647"/>
            <a:chOff x="9288187" y="5353205"/>
            <a:chExt cx="2201656" cy="1488647"/>
          </a:xfrm>
        </p:grpSpPr>
        <p:sp>
          <p:nvSpPr>
            <p:cNvPr id="7" name="모서리가 둥근 직사각형 68">
              <a:extLst>
                <a:ext uri="{FF2B5EF4-FFF2-40B4-BE49-F238E27FC236}">
                  <a16:creationId xmlns:a16="http://schemas.microsoft.com/office/drawing/2014/main" id="{163E5CC7-6FED-C3FA-C94B-078A64E2A8AE}"/>
                </a:ext>
              </a:extLst>
            </p:cNvPr>
            <p:cNvSpPr/>
            <p:nvPr/>
          </p:nvSpPr>
          <p:spPr>
            <a:xfrm>
              <a:off x="9288190" y="5615999"/>
              <a:ext cx="2201653" cy="12258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0"/>
            <a:lstStyle/>
            <a:p>
              <a:pPr eaLnBrk="0" hangingPunct="0">
                <a:spcBef>
                  <a:spcPct val="20000"/>
                </a:spcBef>
                <a:defRPr/>
              </a:pPr>
              <a:endParaRPr lang="ko-KR" altLang="en-US" sz="800" b="1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9C20105-9228-41D6-6356-C57D062CC033}"/>
                </a:ext>
              </a:extLst>
            </p:cNvPr>
            <p:cNvSpPr/>
            <p:nvPr/>
          </p:nvSpPr>
          <p:spPr>
            <a:xfrm>
              <a:off x="9442359" y="6007642"/>
              <a:ext cx="1893314" cy="268517"/>
            </a:xfrm>
            <a:prstGeom prst="rect">
              <a:avLst/>
            </a:prstGeom>
          </p:spPr>
          <p:txBody>
            <a:bodyPr wrap="square" lIns="0" tIns="72000" rIns="0" bIns="72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공연기간 시작일이 종료일보다 클 수 없습니다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0" name="모서리가 둥근 직사각형 73">
              <a:extLst>
                <a:ext uri="{FF2B5EF4-FFF2-40B4-BE49-F238E27FC236}">
                  <a16:creationId xmlns:a16="http://schemas.microsoft.com/office/drawing/2014/main" id="{98D90378-BFFA-CFEB-F5CA-C08BC3DBA3ED}"/>
                </a:ext>
              </a:extLst>
            </p:cNvPr>
            <p:cNvSpPr/>
            <p:nvPr/>
          </p:nvSpPr>
          <p:spPr>
            <a:xfrm>
              <a:off x="10029016" y="6447791"/>
              <a:ext cx="720000" cy="229091"/>
            </a:xfrm>
            <a:prstGeom prst="roundRect">
              <a:avLst/>
            </a:prstGeom>
            <a:solidFill>
              <a:srgbClr val="808080">
                <a:lumMod val="20000"/>
                <a:lumOff val="80000"/>
              </a:srgbClr>
            </a:solidFill>
            <a:ln w="3175" algn="ctr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800" kern="0" spc="-7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확인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009ABE-BA0A-1B5B-BCAC-759D01CFA674}"/>
                </a:ext>
              </a:extLst>
            </p:cNvPr>
            <p:cNvSpPr txBox="1"/>
            <p:nvPr/>
          </p:nvSpPr>
          <p:spPr>
            <a:xfrm>
              <a:off x="9288187" y="5353205"/>
              <a:ext cx="2161141" cy="232165"/>
            </a:xfrm>
            <a:prstGeom prst="rect">
              <a:avLst/>
            </a:prstGeom>
            <a:noFill/>
          </p:spPr>
          <p:txBody>
            <a:bodyPr wrap="square" lIns="0" tIns="54000" rIns="0" bIns="54000" rtlCol="0">
              <a:spAutoFit/>
            </a:bodyPr>
            <a:lstStyle/>
            <a:p>
              <a:r>
                <a:rPr lang="en-US" altLang="ko-KR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8-1) </a:t>
              </a:r>
              <a:r>
                <a:rPr lang="ko-KR" altLang="en-US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기간설정 오류 </a:t>
              </a:r>
              <a:r>
                <a:rPr lang="en-US" altLang="ko-KR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Alert </a:t>
              </a:r>
              <a:r>
                <a:rPr lang="ko-KR" altLang="en-US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표시</a:t>
              </a:r>
              <a:endPara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82BE8BC7-72C0-152A-61CD-9415942E7273}"/>
              </a:ext>
            </a:extLst>
          </p:cNvPr>
          <p:cNvCxnSpPr>
            <a:cxnSpLocks/>
            <a:stCxn id="105" idx="3"/>
            <a:endCxn id="7" idx="1"/>
          </p:cNvCxnSpPr>
          <p:nvPr/>
        </p:nvCxnSpPr>
        <p:spPr>
          <a:xfrm>
            <a:off x="4577024" y="4748621"/>
            <a:ext cx="2630631" cy="473048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8A43C74-37BB-AEFA-F05E-F9D78AEE2E40}"/>
              </a:ext>
            </a:extLst>
          </p:cNvPr>
          <p:cNvSpPr/>
          <p:nvPr/>
        </p:nvSpPr>
        <p:spPr>
          <a:xfrm>
            <a:off x="1444503" y="3576413"/>
            <a:ext cx="2422126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bIns="0" rtlCol="0" anchor="ctr" anchorCtr="0"/>
          <a:lstStyle/>
          <a:p>
            <a:r>
              <a:rPr lang="ko-KR" altLang="en-US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세부장소를 입력해 주세요</a:t>
            </a:r>
            <a:r>
              <a:rPr lang="en-US" altLang="ko-KR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700" spc="-5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90CB00E3-2EB4-D276-C291-CA77D6C55AE7}"/>
              </a:ext>
            </a:extLst>
          </p:cNvPr>
          <p:cNvSpPr/>
          <p:nvPr/>
        </p:nvSpPr>
        <p:spPr>
          <a:xfrm>
            <a:off x="113034" y="3566647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BD144EF1-70A4-0C72-029C-DB386DCF4E6D}"/>
              </a:ext>
            </a:extLst>
          </p:cNvPr>
          <p:cNvSpPr/>
          <p:nvPr/>
        </p:nvSpPr>
        <p:spPr>
          <a:xfrm>
            <a:off x="113034" y="4974042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FED7697-7CF3-3C67-A916-591DBD70B756}"/>
              </a:ext>
            </a:extLst>
          </p:cNvPr>
          <p:cNvSpPr/>
          <p:nvPr/>
        </p:nvSpPr>
        <p:spPr>
          <a:xfrm>
            <a:off x="1445096" y="5407174"/>
            <a:ext cx="650026" cy="225960"/>
          </a:xfrm>
          <a:prstGeom prst="roundRect">
            <a:avLst>
              <a:gd name="adj" fmla="val 919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파일 추가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595521-5662-A5F1-952B-A454299763F4}"/>
              </a:ext>
            </a:extLst>
          </p:cNvPr>
          <p:cNvSpPr txBox="1"/>
          <p:nvPr/>
        </p:nvSpPr>
        <p:spPr>
          <a:xfrm>
            <a:off x="1456378" y="5719145"/>
            <a:ext cx="7646125" cy="4001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Drag files to upload</a:t>
            </a:r>
          </a:p>
          <a:p>
            <a:pPr lvl="0" algn="ctr">
              <a:defRPr/>
            </a:pP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용량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 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100MB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개수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 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확장자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jpg, jpeg, </a:t>
            </a:r>
            <a:r>
              <a:rPr lang="en-US" altLang="ko-KR" sz="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png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svg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gif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D2AD1B-5E44-F18D-1175-DABB66993CA2}"/>
              </a:ext>
            </a:extLst>
          </p:cNvPr>
          <p:cNvSpPr txBox="1"/>
          <p:nvPr/>
        </p:nvSpPr>
        <p:spPr>
          <a:xfrm>
            <a:off x="1450028" y="2739227"/>
            <a:ext cx="7646125" cy="4001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Drag files to upload</a:t>
            </a:r>
          </a:p>
          <a:p>
            <a:pPr lvl="0" algn="ctr">
              <a:defRPr/>
            </a:pP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용량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 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30MB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개수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 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확장자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jpg, jpeg, </a:t>
            </a:r>
            <a:r>
              <a:rPr lang="en-US" altLang="ko-KR" sz="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png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svg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gif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BE2116AA-2B47-980D-63FE-425F5057B875}"/>
              </a:ext>
            </a:extLst>
          </p:cNvPr>
          <p:cNvSpPr/>
          <p:nvPr/>
        </p:nvSpPr>
        <p:spPr>
          <a:xfrm>
            <a:off x="113034" y="5609201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910E6E04-80EC-EFAB-07AF-C273E0BE5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746114"/>
              </p:ext>
            </p:extLst>
          </p:nvPr>
        </p:nvGraphicFramePr>
        <p:xfrm>
          <a:off x="6851722" y="5934865"/>
          <a:ext cx="2664000" cy="903309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1379832603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142897717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랭킹 이미지 업로드 영역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파일 추가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파일 탐색기로 업로드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단일 업로드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100MB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제한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첨부 파일 형식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jpg, jpeg, </a:t>
                      </a:r>
                      <a:r>
                        <a:rPr kumimoji="1" lang="en-US" altLang="ko-KR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png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en-US" altLang="ko-KR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svg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gif</a:t>
                      </a:r>
                      <a:endParaRPr kumimoji="1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이미지 업로드 시 파일 영역에 파일명 및 삭제 버튼 표시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메인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랭킹 이미지 노출 시 적용되는 이미지</a:t>
                      </a: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620315"/>
                  </a:ext>
                </a:extLst>
              </a:tr>
            </a:tbl>
          </a:graphicData>
        </a:graphic>
      </p:graphicFrame>
      <p:sp>
        <p:nvSpPr>
          <p:cNvPr id="45" name="직사각형 44">
            <a:extLst>
              <a:ext uri="{FF2B5EF4-FFF2-40B4-BE49-F238E27FC236}">
                <a16:creationId xmlns:a16="http://schemas.microsoft.com/office/drawing/2014/main" id="{99441790-AD10-FBE1-E221-79A6CE46C58A}"/>
              </a:ext>
            </a:extLst>
          </p:cNvPr>
          <p:cNvSpPr/>
          <p:nvPr/>
        </p:nvSpPr>
        <p:spPr>
          <a:xfrm>
            <a:off x="6453634" y="3485320"/>
            <a:ext cx="1091604" cy="66915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파랑　</a:t>
            </a:r>
            <a:r>
              <a:rPr lang="ko-KR" altLang="en-US" sz="800" spc="-8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아트홀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노랑　</a:t>
            </a:r>
            <a:r>
              <a:rPr lang="ko-KR" altLang="en-US" sz="800" spc="-8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아트홀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검정　</a:t>
            </a:r>
            <a:r>
              <a:rPr lang="ko-KR" altLang="en-US" sz="800" spc="-8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아트홀</a:t>
            </a:r>
            <a:endParaRPr lang="ko-KR" altLang="en-US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6288A7-17E9-726F-3DA8-9C3B0D91909A}"/>
              </a:ext>
            </a:extLst>
          </p:cNvPr>
          <p:cNvSpPr txBox="1"/>
          <p:nvPr/>
        </p:nvSpPr>
        <p:spPr>
          <a:xfrm>
            <a:off x="5726337" y="3313542"/>
            <a:ext cx="626005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pPr algn="ctr"/>
            <a:r>
              <a: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AS-IS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48E86C-620A-DC0E-8716-4D92B46E6886}"/>
              </a:ext>
            </a:extLst>
          </p:cNvPr>
          <p:cNvSpPr txBox="1"/>
          <p:nvPr/>
        </p:nvSpPr>
        <p:spPr>
          <a:xfrm>
            <a:off x="6678040" y="3318872"/>
            <a:ext cx="626005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pPr algn="ctr"/>
            <a:r>
              <a: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TO-BE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C3A367E-DDBB-EDE5-9C8C-AA055B449797}"/>
              </a:ext>
            </a:extLst>
          </p:cNvPr>
          <p:cNvGrpSpPr/>
          <p:nvPr/>
        </p:nvGrpSpPr>
        <p:grpSpPr>
          <a:xfrm>
            <a:off x="1438965" y="4621501"/>
            <a:ext cx="1966912" cy="248314"/>
            <a:chOff x="2402603" y="3523946"/>
            <a:chExt cx="1966912" cy="248314"/>
          </a:xfrm>
        </p:grpSpPr>
        <p:grpSp>
          <p:nvGrpSpPr>
            <p:cNvPr id="52" name="Date Field" descr="&lt;SmartSettings&gt;&lt;SmartResize enabled=&quot;True&quot; minWidth=&quot;20&quot; minHeight=&quot;13&quot; /&gt;&lt;/SmartSettings&gt;">
              <a:extLst>
                <a:ext uri="{FF2B5EF4-FFF2-40B4-BE49-F238E27FC236}">
                  <a16:creationId xmlns:a16="http://schemas.microsoft.com/office/drawing/2014/main" id="{8B811813-0718-145E-EFE2-2C137D92904C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2402603" y="3523946"/>
              <a:ext cx="890673" cy="241092"/>
              <a:chOff x="928689" y="1251717"/>
              <a:chExt cx="756980" cy="241092"/>
            </a:xfrm>
          </p:grpSpPr>
          <p:sp>
            <p:nvSpPr>
              <p:cNvPr id="58" name="Text Box">
                <a:extLst>
                  <a:ext uri="{FF2B5EF4-FFF2-40B4-BE49-F238E27FC236}">
                    <a16:creationId xmlns:a16="http://schemas.microsoft.com/office/drawing/2014/main" id="{2EC682AB-8357-1383-1552-6751825F06A5}"/>
                  </a:ext>
                </a:extLst>
              </p:cNvPr>
              <p:cNvSpPr/>
              <p:nvPr/>
            </p:nvSpPr>
            <p:spPr>
              <a:xfrm>
                <a:off x="928689" y="1251717"/>
                <a:ext cx="756980" cy="24109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txBody>
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atinLnBrk="1"/>
                <a:r>
                  <a:rPr lang="ko-KR" altLang="en-US" sz="800" spc="-80" dirty="0">
                    <a:solidFill>
                      <a:srgbClr val="7F7F7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날짜선택</a:t>
                </a:r>
                <a:endParaRPr lang="en-US" sz="800" spc="-80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64" name="Date Picker Icon" descr="&lt;Tags&gt;&lt;SMARTRESIZEANCHORS&gt;None,None,None,Absolute&lt;/SMARTRESIZEANCHORS&gt;&lt;/Tags&gt;">
                <a:extLst>
                  <a:ext uri="{FF2B5EF4-FFF2-40B4-BE49-F238E27FC236}">
                    <a16:creationId xmlns:a16="http://schemas.microsoft.com/office/drawing/2014/main" id="{60BE5891-0715-F1FC-EEBF-07E037CBBE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81064" y="1295204"/>
                <a:ext cx="151264" cy="154118"/>
              </a:xfrm>
              <a:custGeom>
                <a:avLst/>
                <a:gdLst>
                  <a:gd name="T0" fmla="*/ 115 w 450"/>
                  <a:gd name="T1" fmla="*/ 79 h 445"/>
                  <a:gd name="T2" fmla="*/ 132 w 450"/>
                  <a:gd name="T3" fmla="*/ 0 h 445"/>
                  <a:gd name="T4" fmla="*/ 318 w 450"/>
                  <a:gd name="T5" fmla="*/ 0 h 445"/>
                  <a:gd name="T6" fmla="*/ 336 w 450"/>
                  <a:gd name="T7" fmla="*/ 79 h 445"/>
                  <a:gd name="T8" fmla="*/ 318 w 450"/>
                  <a:gd name="T9" fmla="*/ 0 h 445"/>
                  <a:gd name="T10" fmla="*/ 0 w 450"/>
                  <a:gd name="T11" fmla="*/ 445 h 445"/>
                  <a:gd name="T12" fmla="*/ 450 w 450"/>
                  <a:gd name="T13" fmla="*/ 39 h 445"/>
                  <a:gd name="T14" fmla="*/ 360 w 450"/>
                  <a:gd name="T15" fmla="*/ 57 h 445"/>
                  <a:gd name="T16" fmla="*/ 432 w 450"/>
                  <a:gd name="T17" fmla="*/ 427 h 445"/>
                  <a:gd name="T18" fmla="*/ 18 w 450"/>
                  <a:gd name="T19" fmla="*/ 57 h 445"/>
                  <a:gd name="T20" fmla="*/ 88 w 450"/>
                  <a:gd name="T21" fmla="*/ 39 h 445"/>
                  <a:gd name="T22" fmla="*/ 156 w 450"/>
                  <a:gd name="T23" fmla="*/ 39 h 445"/>
                  <a:gd name="T24" fmla="*/ 295 w 450"/>
                  <a:gd name="T25" fmla="*/ 57 h 445"/>
                  <a:gd name="T26" fmla="*/ 156 w 450"/>
                  <a:gd name="T27" fmla="*/ 39 h 445"/>
                  <a:gd name="T28" fmla="*/ 45 w 450"/>
                  <a:gd name="T29" fmla="*/ 142 h 445"/>
                  <a:gd name="T30" fmla="*/ 405 w 450"/>
                  <a:gd name="T31" fmla="*/ 124 h 445"/>
                  <a:gd name="T32" fmla="*/ 169 w 450"/>
                  <a:gd name="T33" fmla="*/ 212 h 445"/>
                  <a:gd name="T34" fmla="*/ 147 w 450"/>
                  <a:gd name="T35" fmla="*/ 227 h 445"/>
                  <a:gd name="T36" fmla="*/ 122 w 450"/>
                  <a:gd name="T37" fmla="*/ 238 h 445"/>
                  <a:gd name="T38" fmla="*/ 132 w 450"/>
                  <a:gd name="T39" fmla="*/ 253 h 445"/>
                  <a:gd name="T40" fmla="*/ 153 w 450"/>
                  <a:gd name="T41" fmla="*/ 242 h 445"/>
                  <a:gd name="T42" fmla="*/ 158 w 450"/>
                  <a:gd name="T43" fmla="*/ 374 h 445"/>
                  <a:gd name="T44" fmla="*/ 176 w 450"/>
                  <a:gd name="T45" fmla="*/ 212 h 445"/>
                  <a:gd name="T46" fmla="*/ 277 w 450"/>
                  <a:gd name="T47" fmla="*/ 213 h 445"/>
                  <a:gd name="T48" fmla="*/ 236 w 450"/>
                  <a:gd name="T49" fmla="*/ 228 h 445"/>
                  <a:gd name="T50" fmla="*/ 245 w 450"/>
                  <a:gd name="T51" fmla="*/ 240 h 445"/>
                  <a:gd name="T52" fmla="*/ 264 w 450"/>
                  <a:gd name="T53" fmla="*/ 230 h 445"/>
                  <a:gd name="T54" fmla="*/ 286 w 450"/>
                  <a:gd name="T55" fmla="*/ 230 h 445"/>
                  <a:gd name="T56" fmla="*/ 302 w 450"/>
                  <a:gd name="T57" fmla="*/ 245 h 445"/>
                  <a:gd name="T58" fmla="*/ 303 w 450"/>
                  <a:gd name="T59" fmla="*/ 269 h 445"/>
                  <a:gd name="T60" fmla="*/ 288 w 450"/>
                  <a:gd name="T61" fmla="*/ 292 h 445"/>
                  <a:gd name="T62" fmla="*/ 253 w 450"/>
                  <a:gd name="T63" fmla="*/ 320 h 445"/>
                  <a:gd name="T64" fmla="*/ 233 w 450"/>
                  <a:gd name="T65" fmla="*/ 348 h 445"/>
                  <a:gd name="T66" fmla="*/ 230 w 450"/>
                  <a:gd name="T67" fmla="*/ 374 h 445"/>
                  <a:gd name="T68" fmla="*/ 328 w 450"/>
                  <a:gd name="T69" fmla="*/ 358 h 445"/>
                  <a:gd name="T70" fmla="*/ 251 w 450"/>
                  <a:gd name="T71" fmla="*/ 346 h 445"/>
                  <a:gd name="T72" fmla="*/ 268 w 450"/>
                  <a:gd name="T73" fmla="*/ 326 h 445"/>
                  <a:gd name="T74" fmla="*/ 303 w 450"/>
                  <a:gd name="T75" fmla="*/ 299 h 445"/>
                  <a:gd name="T76" fmla="*/ 320 w 450"/>
                  <a:gd name="T77" fmla="*/ 273 h 445"/>
                  <a:gd name="T78" fmla="*/ 318 w 450"/>
                  <a:gd name="T79" fmla="*/ 238 h 445"/>
                  <a:gd name="T80" fmla="*/ 295 w 450"/>
                  <a:gd name="T81" fmla="*/ 216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50" h="445">
                    <a:moveTo>
                      <a:pt x="115" y="0"/>
                    </a:moveTo>
                    <a:lnTo>
                      <a:pt x="115" y="79"/>
                    </a:lnTo>
                    <a:lnTo>
                      <a:pt x="132" y="79"/>
                    </a:lnTo>
                    <a:lnTo>
                      <a:pt x="132" y="0"/>
                    </a:lnTo>
                    <a:lnTo>
                      <a:pt x="115" y="0"/>
                    </a:lnTo>
                    <a:close/>
                    <a:moveTo>
                      <a:pt x="318" y="0"/>
                    </a:moveTo>
                    <a:lnTo>
                      <a:pt x="318" y="79"/>
                    </a:lnTo>
                    <a:lnTo>
                      <a:pt x="336" y="79"/>
                    </a:lnTo>
                    <a:lnTo>
                      <a:pt x="336" y="0"/>
                    </a:lnTo>
                    <a:lnTo>
                      <a:pt x="318" y="0"/>
                    </a:lnTo>
                    <a:close/>
                    <a:moveTo>
                      <a:pt x="0" y="39"/>
                    </a:moveTo>
                    <a:lnTo>
                      <a:pt x="0" y="445"/>
                    </a:lnTo>
                    <a:lnTo>
                      <a:pt x="450" y="445"/>
                    </a:lnTo>
                    <a:lnTo>
                      <a:pt x="450" y="39"/>
                    </a:lnTo>
                    <a:lnTo>
                      <a:pt x="360" y="39"/>
                    </a:lnTo>
                    <a:lnTo>
                      <a:pt x="360" y="57"/>
                    </a:lnTo>
                    <a:lnTo>
                      <a:pt x="432" y="57"/>
                    </a:lnTo>
                    <a:lnTo>
                      <a:pt x="432" y="427"/>
                    </a:lnTo>
                    <a:lnTo>
                      <a:pt x="18" y="427"/>
                    </a:lnTo>
                    <a:lnTo>
                      <a:pt x="18" y="57"/>
                    </a:lnTo>
                    <a:lnTo>
                      <a:pt x="88" y="57"/>
                    </a:lnTo>
                    <a:lnTo>
                      <a:pt x="88" y="39"/>
                    </a:lnTo>
                    <a:lnTo>
                      <a:pt x="0" y="39"/>
                    </a:lnTo>
                    <a:close/>
                    <a:moveTo>
                      <a:pt x="156" y="39"/>
                    </a:moveTo>
                    <a:lnTo>
                      <a:pt x="156" y="57"/>
                    </a:lnTo>
                    <a:lnTo>
                      <a:pt x="295" y="57"/>
                    </a:lnTo>
                    <a:lnTo>
                      <a:pt x="295" y="39"/>
                    </a:lnTo>
                    <a:lnTo>
                      <a:pt x="156" y="39"/>
                    </a:lnTo>
                    <a:close/>
                    <a:moveTo>
                      <a:pt x="45" y="124"/>
                    </a:moveTo>
                    <a:lnTo>
                      <a:pt x="45" y="142"/>
                    </a:lnTo>
                    <a:lnTo>
                      <a:pt x="405" y="142"/>
                    </a:lnTo>
                    <a:lnTo>
                      <a:pt x="405" y="124"/>
                    </a:lnTo>
                    <a:lnTo>
                      <a:pt x="45" y="124"/>
                    </a:lnTo>
                    <a:close/>
                    <a:moveTo>
                      <a:pt x="169" y="212"/>
                    </a:moveTo>
                    <a:cubicBezTo>
                      <a:pt x="167" y="215"/>
                      <a:pt x="163" y="217"/>
                      <a:pt x="160" y="219"/>
                    </a:cubicBezTo>
                    <a:cubicBezTo>
                      <a:pt x="156" y="222"/>
                      <a:pt x="152" y="225"/>
                      <a:pt x="147" y="227"/>
                    </a:cubicBezTo>
                    <a:cubicBezTo>
                      <a:pt x="143" y="229"/>
                      <a:pt x="139" y="231"/>
                      <a:pt x="134" y="233"/>
                    </a:cubicBezTo>
                    <a:cubicBezTo>
                      <a:pt x="130" y="235"/>
                      <a:pt x="126" y="237"/>
                      <a:pt x="122" y="238"/>
                    </a:cubicBezTo>
                    <a:lnTo>
                      <a:pt x="122" y="256"/>
                    </a:lnTo>
                    <a:cubicBezTo>
                      <a:pt x="125" y="255"/>
                      <a:pt x="129" y="254"/>
                      <a:pt x="132" y="253"/>
                    </a:cubicBezTo>
                    <a:cubicBezTo>
                      <a:pt x="136" y="251"/>
                      <a:pt x="140" y="249"/>
                      <a:pt x="143" y="247"/>
                    </a:cubicBezTo>
                    <a:cubicBezTo>
                      <a:pt x="146" y="246"/>
                      <a:pt x="150" y="244"/>
                      <a:pt x="153" y="242"/>
                    </a:cubicBezTo>
                    <a:cubicBezTo>
                      <a:pt x="155" y="240"/>
                      <a:pt x="156" y="238"/>
                      <a:pt x="158" y="237"/>
                    </a:cubicBezTo>
                    <a:lnTo>
                      <a:pt x="158" y="374"/>
                    </a:lnTo>
                    <a:lnTo>
                      <a:pt x="176" y="374"/>
                    </a:lnTo>
                    <a:lnTo>
                      <a:pt x="176" y="212"/>
                    </a:lnTo>
                    <a:lnTo>
                      <a:pt x="169" y="212"/>
                    </a:lnTo>
                    <a:close/>
                    <a:moveTo>
                      <a:pt x="277" y="213"/>
                    </a:moveTo>
                    <a:cubicBezTo>
                      <a:pt x="268" y="213"/>
                      <a:pt x="260" y="214"/>
                      <a:pt x="254" y="217"/>
                    </a:cubicBezTo>
                    <a:cubicBezTo>
                      <a:pt x="248" y="219"/>
                      <a:pt x="241" y="223"/>
                      <a:pt x="236" y="228"/>
                    </a:cubicBezTo>
                    <a:lnTo>
                      <a:pt x="236" y="247"/>
                    </a:lnTo>
                    <a:cubicBezTo>
                      <a:pt x="239" y="245"/>
                      <a:pt x="242" y="242"/>
                      <a:pt x="245" y="240"/>
                    </a:cubicBezTo>
                    <a:cubicBezTo>
                      <a:pt x="248" y="237"/>
                      <a:pt x="251" y="235"/>
                      <a:pt x="254" y="233"/>
                    </a:cubicBezTo>
                    <a:cubicBezTo>
                      <a:pt x="257" y="232"/>
                      <a:pt x="260" y="231"/>
                      <a:pt x="264" y="230"/>
                    </a:cubicBezTo>
                    <a:cubicBezTo>
                      <a:pt x="267" y="229"/>
                      <a:pt x="271" y="228"/>
                      <a:pt x="274" y="228"/>
                    </a:cubicBezTo>
                    <a:cubicBezTo>
                      <a:pt x="278" y="228"/>
                      <a:pt x="282" y="229"/>
                      <a:pt x="286" y="230"/>
                    </a:cubicBezTo>
                    <a:cubicBezTo>
                      <a:pt x="289" y="231"/>
                      <a:pt x="293" y="233"/>
                      <a:pt x="295" y="235"/>
                    </a:cubicBezTo>
                    <a:cubicBezTo>
                      <a:pt x="298" y="237"/>
                      <a:pt x="300" y="241"/>
                      <a:pt x="302" y="245"/>
                    </a:cubicBezTo>
                    <a:cubicBezTo>
                      <a:pt x="303" y="248"/>
                      <a:pt x="303" y="252"/>
                      <a:pt x="303" y="257"/>
                    </a:cubicBezTo>
                    <a:cubicBezTo>
                      <a:pt x="303" y="261"/>
                      <a:pt x="304" y="266"/>
                      <a:pt x="303" y="269"/>
                    </a:cubicBezTo>
                    <a:cubicBezTo>
                      <a:pt x="302" y="273"/>
                      <a:pt x="300" y="277"/>
                      <a:pt x="297" y="281"/>
                    </a:cubicBezTo>
                    <a:cubicBezTo>
                      <a:pt x="295" y="285"/>
                      <a:pt x="291" y="289"/>
                      <a:pt x="288" y="292"/>
                    </a:cubicBezTo>
                    <a:cubicBezTo>
                      <a:pt x="284" y="296"/>
                      <a:pt x="279" y="300"/>
                      <a:pt x="273" y="304"/>
                    </a:cubicBezTo>
                    <a:cubicBezTo>
                      <a:pt x="265" y="310"/>
                      <a:pt x="259" y="315"/>
                      <a:pt x="253" y="320"/>
                    </a:cubicBezTo>
                    <a:cubicBezTo>
                      <a:pt x="248" y="324"/>
                      <a:pt x="243" y="329"/>
                      <a:pt x="240" y="334"/>
                    </a:cubicBezTo>
                    <a:cubicBezTo>
                      <a:pt x="237" y="339"/>
                      <a:pt x="234" y="343"/>
                      <a:pt x="233" y="348"/>
                    </a:cubicBezTo>
                    <a:cubicBezTo>
                      <a:pt x="231" y="353"/>
                      <a:pt x="230" y="360"/>
                      <a:pt x="230" y="367"/>
                    </a:cubicBezTo>
                    <a:lnTo>
                      <a:pt x="230" y="374"/>
                    </a:lnTo>
                    <a:lnTo>
                      <a:pt x="328" y="374"/>
                    </a:lnTo>
                    <a:lnTo>
                      <a:pt x="328" y="358"/>
                    </a:lnTo>
                    <a:lnTo>
                      <a:pt x="250" y="358"/>
                    </a:lnTo>
                    <a:cubicBezTo>
                      <a:pt x="250" y="353"/>
                      <a:pt x="250" y="349"/>
                      <a:pt x="251" y="346"/>
                    </a:cubicBezTo>
                    <a:cubicBezTo>
                      <a:pt x="252" y="343"/>
                      <a:pt x="254" y="340"/>
                      <a:pt x="257" y="337"/>
                    </a:cubicBezTo>
                    <a:cubicBezTo>
                      <a:pt x="259" y="333"/>
                      <a:pt x="263" y="330"/>
                      <a:pt x="268" y="326"/>
                    </a:cubicBezTo>
                    <a:cubicBezTo>
                      <a:pt x="273" y="322"/>
                      <a:pt x="279" y="318"/>
                      <a:pt x="287" y="313"/>
                    </a:cubicBezTo>
                    <a:cubicBezTo>
                      <a:pt x="293" y="308"/>
                      <a:pt x="298" y="304"/>
                      <a:pt x="303" y="299"/>
                    </a:cubicBezTo>
                    <a:cubicBezTo>
                      <a:pt x="307" y="295"/>
                      <a:pt x="310" y="292"/>
                      <a:pt x="313" y="287"/>
                    </a:cubicBezTo>
                    <a:cubicBezTo>
                      <a:pt x="316" y="283"/>
                      <a:pt x="319" y="278"/>
                      <a:pt x="320" y="273"/>
                    </a:cubicBezTo>
                    <a:cubicBezTo>
                      <a:pt x="322" y="268"/>
                      <a:pt x="322" y="262"/>
                      <a:pt x="322" y="255"/>
                    </a:cubicBezTo>
                    <a:cubicBezTo>
                      <a:pt x="322" y="249"/>
                      <a:pt x="321" y="243"/>
                      <a:pt x="318" y="238"/>
                    </a:cubicBezTo>
                    <a:cubicBezTo>
                      <a:pt x="316" y="232"/>
                      <a:pt x="313" y="227"/>
                      <a:pt x="309" y="224"/>
                    </a:cubicBezTo>
                    <a:cubicBezTo>
                      <a:pt x="305" y="220"/>
                      <a:pt x="300" y="218"/>
                      <a:pt x="295" y="216"/>
                    </a:cubicBezTo>
                    <a:cubicBezTo>
                      <a:pt x="289" y="214"/>
                      <a:pt x="283" y="213"/>
                      <a:pt x="277" y="213"/>
                    </a:cubicBezTo>
                    <a:close/>
                  </a:path>
                </a:pathLst>
              </a:custGeom>
              <a:solidFill>
                <a:srgbClr val="80808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 spc="-8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7861410B-81E2-6836-F4EC-486DA93A3B02}"/>
                </a:ext>
              </a:extLst>
            </p:cNvPr>
            <p:cNvSpPr/>
            <p:nvPr/>
          </p:nvSpPr>
          <p:spPr>
            <a:xfrm>
              <a:off x="3298842" y="3575243"/>
              <a:ext cx="180000" cy="12311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~</a:t>
              </a:r>
              <a:endPara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55" name="Date Field" descr="&lt;SmartSettings&gt;&lt;SmartResize enabled=&quot;True&quot; minWidth=&quot;20&quot; minHeight=&quot;13&quot; /&gt;&lt;/SmartSettings&gt;">
              <a:extLst>
                <a:ext uri="{FF2B5EF4-FFF2-40B4-BE49-F238E27FC236}">
                  <a16:creationId xmlns:a16="http://schemas.microsoft.com/office/drawing/2014/main" id="{FC59D4C3-1066-0A31-FB62-FE66FAB82757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3478842" y="3531168"/>
              <a:ext cx="890673" cy="241092"/>
              <a:chOff x="930717" y="1258939"/>
              <a:chExt cx="756980" cy="241092"/>
            </a:xfrm>
          </p:grpSpPr>
          <p:sp>
            <p:nvSpPr>
              <p:cNvPr id="56" name="Text Box">
                <a:extLst>
                  <a:ext uri="{FF2B5EF4-FFF2-40B4-BE49-F238E27FC236}">
                    <a16:creationId xmlns:a16="http://schemas.microsoft.com/office/drawing/2014/main" id="{E7202F40-1B3B-728F-721B-9F942D39F527}"/>
                  </a:ext>
                </a:extLst>
              </p:cNvPr>
              <p:cNvSpPr/>
              <p:nvPr/>
            </p:nvSpPr>
            <p:spPr>
              <a:xfrm>
                <a:off x="930717" y="1258939"/>
                <a:ext cx="756980" cy="24109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txBody>
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atinLnBrk="1"/>
                <a:r>
                  <a:rPr lang="ko-KR" altLang="en-US" sz="800" spc="-80" dirty="0">
                    <a:solidFill>
                      <a:schemeClr val="bg1">
                        <a:lumMod val="50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날짜선택</a:t>
                </a:r>
                <a:endParaRPr lang="en-US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57" name="Date Picker Icon" descr="&lt;Tags&gt;&lt;SMARTRESIZEANCHORS&gt;None,None,None,Absolute&lt;/SMARTRESIZEANCHORS&gt;&lt;/Tags&gt;">
                <a:extLst>
                  <a:ext uri="{FF2B5EF4-FFF2-40B4-BE49-F238E27FC236}">
                    <a16:creationId xmlns:a16="http://schemas.microsoft.com/office/drawing/2014/main" id="{4D185164-8763-A2F0-D276-01B3EE3277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81064" y="1295204"/>
                <a:ext cx="151264" cy="154118"/>
              </a:xfrm>
              <a:custGeom>
                <a:avLst/>
                <a:gdLst>
                  <a:gd name="T0" fmla="*/ 115 w 450"/>
                  <a:gd name="T1" fmla="*/ 79 h 445"/>
                  <a:gd name="T2" fmla="*/ 132 w 450"/>
                  <a:gd name="T3" fmla="*/ 0 h 445"/>
                  <a:gd name="T4" fmla="*/ 318 w 450"/>
                  <a:gd name="T5" fmla="*/ 0 h 445"/>
                  <a:gd name="T6" fmla="*/ 336 w 450"/>
                  <a:gd name="T7" fmla="*/ 79 h 445"/>
                  <a:gd name="T8" fmla="*/ 318 w 450"/>
                  <a:gd name="T9" fmla="*/ 0 h 445"/>
                  <a:gd name="T10" fmla="*/ 0 w 450"/>
                  <a:gd name="T11" fmla="*/ 445 h 445"/>
                  <a:gd name="T12" fmla="*/ 450 w 450"/>
                  <a:gd name="T13" fmla="*/ 39 h 445"/>
                  <a:gd name="T14" fmla="*/ 360 w 450"/>
                  <a:gd name="T15" fmla="*/ 57 h 445"/>
                  <a:gd name="T16" fmla="*/ 432 w 450"/>
                  <a:gd name="T17" fmla="*/ 427 h 445"/>
                  <a:gd name="T18" fmla="*/ 18 w 450"/>
                  <a:gd name="T19" fmla="*/ 57 h 445"/>
                  <a:gd name="T20" fmla="*/ 88 w 450"/>
                  <a:gd name="T21" fmla="*/ 39 h 445"/>
                  <a:gd name="T22" fmla="*/ 156 w 450"/>
                  <a:gd name="T23" fmla="*/ 39 h 445"/>
                  <a:gd name="T24" fmla="*/ 295 w 450"/>
                  <a:gd name="T25" fmla="*/ 57 h 445"/>
                  <a:gd name="T26" fmla="*/ 156 w 450"/>
                  <a:gd name="T27" fmla="*/ 39 h 445"/>
                  <a:gd name="T28" fmla="*/ 45 w 450"/>
                  <a:gd name="T29" fmla="*/ 142 h 445"/>
                  <a:gd name="T30" fmla="*/ 405 w 450"/>
                  <a:gd name="T31" fmla="*/ 124 h 445"/>
                  <a:gd name="T32" fmla="*/ 169 w 450"/>
                  <a:gd name="T33" fmla="*/ 212 h 445"/>
                  <a:gd name="T34" fmla="*/ 147 w 450"/>
                  <a:gd name="T35" fmla="*/ 227 h 445"/>
                  <a:gd name="T36" fmla="*/ 122 w 450"/>
                  <a:gd name="T37" fmla="*/ 238 h 445"/>
                  <a:gd name="T38" fmla="*/ 132 w 450"/>
                  <a:gd name="T39" fmla="*/ 253 h 445"/>
                  <a:gd name="T40" fmla="*/ 153 w 450"/>
                  <a:gd name="T41" fmla="*/ 242 h 445"/>
                  <a:gd name="T42" fmla="*/ 158 w 450"/>
                  <a:gd name="T43" fmla="*/ 374 h 445"/>
                  <a:gd name="T44" fmla="*/ 176 w 450"/>
                  <a:gd name="T45" fmla="*/ 212 h 445"/>
                  <a:gd name="T46" fmla="*/ 277 w 450"/>
                  <a:gd name="T47" fmla="*/ 213 h 445"/>
                  <a:gd name="T48" fmla="*/ 236 w 450"/>
                  <a:gd name="T49" fmla="*/ 228 h 445"/>
                  <a:gd name="T50" fmla="*/ 245 w 450"/>
                  <a:gd name="T51" fmla="*/ 240 h 445"/>
                  <a:gd name="T52" fmla="*/ 264 w 450"/>
                  <a:gd name="T53" fmla="*/ 230 h 445"/>
                  <a:gd name="T54" fmla="*/ 286 w 450"/>
                  <a:gd name="T55" fmla="*/ 230 h 445"/>
                  <a:gd name="T56" fmla="*/ 302 w 450"/>
                  <a:gd name="T57" fmla="*/ 245 h 445"/>
                  <a:gd name="T58" fmla="*/ 303 w 450"/>
                  <a:gd name="T59" fmla="*/ 269 h 445"/>
                  <a:gd name="T60" fmla="*/ 288 w 450"/>
                  <a:gd name="T61" fmla="*/ 292 h 445"/>
                  <a:gd name="T62" fmla="*/ 253 w 450"/>
                  <a:gd name="T63" fmla="*/ 320 h 445"/>
                  <a:gd name="T64" fmla="*/ 233 w 450"/>
                  <a:gd name="T65" fmla="*/ 348 h 445"/>
                  <a:gd name="T66" fmla="*/ 230 w 450"/>
                  <a:gd name="T67" fmla="*/ 374 h 445"/>
                  <a:gd name="T68" fmla="*/ 328 w 450"/>
                  <a:gd name="T69" fmla="*/ 358 h 445"/>
                  <a:gd name="T70" fmla="*/ 251 w 450"/>
                  <a:gd name="T71" fmla="*/ 346 h 445"/>
                  <a:gd name="T72" fmla="*/ 268 w 450"/>
                  <a:gd name="T73" fmla="*/ 326 h 445"/>
                  <a:gd name="T74" fmla="*/ 303 w 450"/>
                  <a:gd name="T75" fmla="*/ 299 h 445"/>
                  <a:gd name="T76" fmla="*/ 320 w 450"/>
                  <a:gd name="T77" fmla="*/ 273 h 445"/>
                  <a:gd name="T78" fmla="*/ 318 w 450"/>
                  <a:gd name="T79" fmla="*/ 238 h 445"/>
                  <a:gd name="T80" fmla="*/ 295 w 450"/>
                  <a:gd name="T81" fmla="*/ 216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50" h="445">
                    <a:moveTo>
                      <a:pt x="115" y="0"/>
                    </a:moveTo>
                    <a:lnTo>
                      <a:pt x="115" y="79"/>
                    </a:lnTo>
                    <a:lnTo>
                      <a:pt x="132" y="79"/>
                    </a:lnTo>
                    <a:lnTo>
                      <a:pt x="132" y="0"/>
                    </a:lnTo>
                    <a:lnTo>
                      <a:pt x="115" y="0"/>
                    </a:lnTo>
                    <a:close/>
                    <a:moveTo>
                      <a:pt x="318" y="0"/>
                    </a:moveTo>
                    <a:lnTo>
                      <a:pt x="318" y="79"/>
                    </a:lnTo>
                    <a:lnTo>
                      <a:pt x="336" y="79"/>
                    </a:lnTo>
                    <a:lnTo>
                      <a:pt x="336" y="0"/>
                    </a:lnTo>
                    <a:lnTo>
                      <a:pt x="318" y="0"/>
                    </a:lnTo>
                    <a:close/>
                    <a:moveTo>
                      <a:pt x="0" y="39"/>
                    </a:moveTo>
                    <a:lnTo>
                      <a:pt x="0" y="445"/>
                    </a:lnTo>
                    <a:lnTo>
                      <a:pt x="450" y="445"/>
                    </a:lnTo>
                    <a:lnTo>
                      <a:pt x="450" y="39"/>
                    </a:lnTo>
                    <a:lnTo>
                      <a:pt x="360" y="39"/>
                    </a:lnTo>
                    <a:lnTo>
                      <a:pt x="360" y="57"/>
                    </a:lnTo>
                    <a:lnTo>
                      <a:pt x="432" y="57"/>
                    </a:lnTo>
                    <a:lnTo>
                      <a:pt x="432" y="427"/>
                    </a:lnTo>
                    <a:lnTo>
                      <a:pt x="18" y="427"/>
                    </a:lnTo>
                    <a:lnTo>
                      <a:pt x="18" y="57"/>
                    </a:lnTo>
                    <a:lnTo>
                      <a:pt x="88" y="57"/>
                    </a:lnTo>
                    <a:lnTo>
                      <a:pt x="88" y="39"/>
                    </a:lnTo>
                    <a:lnTo>
                      <a:pt x="0" y="39"/>
                    </a:lnTo>
                    <a:close/>
                    <a:moveTo>
                      <a:pt x="156" y="39"/>
                    </a:moveTo>
                    <a:lnTo>
                      <a:pt x="156" y="57"/>
                    </a:lnTo>
                    <a:lnTo>
                      <a:pt x="295" y="57"/>
                    </a:lnTo>
                    <a:lnTo>
                      <a:pt x="295" y="39"/>
                    </a:lnTo>
                    <a:lnTo>
                      <a:pt x="156" y="39"/>
                    </a:lnTo>
                    <a:close/>
                    <a:moveTo>
                      <a:pt x="45" y="124"/>
                    </a:moveTo>
                    <a:lnTo>
                      <a:pt x="45" y="142"/>
                    </a:lnTo>
                    <a:lnTo>
                      <a:pt x="405" y="142"/>
                    </a:lnTo>
                    <a:lnTo>
                      <a:pt x="405" y="124"/>
                    </a:lnTo>
                    <a:lnTo>
                      <a:pt x="45" y="124"/>
                    </a:lnTo>
                    <a:close/>
                    <a:moveTo>
                      <a:pt x="169" y="212"/>
                    </a:moveTo>
                    <a:cubicBezTo>
                      <a:pt x="167" y="215"/>
                      <a:pt x="163" y="217"/>
                      <a:pt x="160" y="219"/>
                    </a:cubicBezTo>
                    <a:cubicBezTo>
                      <a:pt x="156" y="222"/>
                      <a:pt x="152" y="225"/>
                      <a:pt x="147" y="227"/>
                    </a:cubicBezTo>
                    <a:cubicBezTo>
                      <a:pt x="143" y="229"/>
                      <a:pt x="139" y="231"/>
                      <a:pt x="134" y="233"/>
                    </a:cubicBezTo>
                    <a:cubicBezTo>
                      <a:pt x="130" y="235"/>
                      <a:pt x="126" y="237"/>
                      <a:pt x="122" y="238"/>
                    </a:cubicBezTo>
                    <a:lnTo>
                      <a:pt x="122" y="256"/>
                    </a:lnTo>
                    <a:cubicBezTo>
                      <a:pt x="125" y="255"/>
                      <a:pt x="129" y="254"/>
                      <a:pt x="132" y="253"/>
                    </a:cubicBezTo>
                    <a:cubicBezTo>
                      <a:pt x="136" y="251"/>
                      <a:pt x="140" y="249"/>
                      <a:pt x="143" y="247"/>
                    </a:cubicBezTo>
                    <a:cubicBezTo>
                      <a:pt x="146" y="246"/>
                      <a:pt x="150" y="244"/>
                      <a:pt x="153" y="242"/>
                    </a:cubicBezTo>
                    <a:cubicBezTo>
                      <a:pt x="155" y="240"/>
                      <a:pt x="156" y="238"/>
                      <a:pt x="158" y="237"/>
                    </a:cubicBezTo>
                    <a:lnTo>
                      <a:pt x="158" y="374"/>
                    </a:lnTo>
                    <a:lnTo>
                      <a:pt x="176" y="374"/>
                    </a:lnTo>
                    <a:lnTo>
                      <a:pt x="176" y="212"/>
                    </a:lnTo>
                    <a:lnTo>
                      <a:pt x="169" y="212"/>
                    </a:lnTo>
                    <a:close/>
                    <a:moveTo>
                      <a:pt x="277" y="213"/>
                    </a:moveTo>
                    <a:cubicBezTo>
                      <a:pt x="268" y="213"/>
                      <a:pt x="260" y="214"/>
                      <a:pt x="254" y="217"/>
                    </a:cubicBezTo>
                    <a:cubicBezTo>
                      <a:pt x="248" y="219"/>
                      <a:pt x="241" y="223"/>
                      <a:pt x="236" y="228"/>
                    </a:cubicBezTo>
                    <a:lnTo>
                      <a:pt x="236" y="247"/>
                    </a:lnTo>
                    <a:cubicBezTo>
                      <a:pt x="239" y="245"/>
                      <a:pt x="242" y="242"/>
                      <a:pt x="245" y="240"/>
                    </a:cubicBezTo>
                    <a:cubicBezTo>
                      <a:pt x="248" y="237"/>
                      <a:pt x="251" y="235"/>
                      <a:pt x="254" y="233"/>
                    </a:cubicBezTo>
                    <a:cubicBezTo>
                      <a:pt x="257" y="232"/>
                      <a:pt x="260" y="231"/>
                      <a:pt x="264" y="230"/>
                    </a:cubicBezTo>
                    <a:cubicBezTo>
                      <a:pt x="267" y="229"/>
                      <a:pt x="271" y="228"/>
                      <a:pt x="274" y="228"/>
                    </a:cubicBezTo>
                    <a:cubicBezTo>
                      <a:pt x="278" y="228"/>
                      <a:pt x="282" y="229"/>
                      <a:pt x="286" y="230"/>
                    </a:cubicBezTo>
                    <a:cubicBezTo>
                      <a:pt x="289" y="231"/>
                      <a:pt x="293" y="233"/>
                      <a:pt x="295" y="235"/>
                    </a:cubicBezTo>
                    <a:cubicBezTo>
                      <a:pt x="298" y="237"/>
                      <a:pt x="300" y="241"/>
                      <a:pt x="302" y="245"/>
                    </a:cubicBezTo>
                    <a:cubicBezTo>
                      <a:pt x="303" y="248"/>
                      <a:pt x="303" y="252"/>
                      <a:pt x="303" y="257"/>
                    </a:cubicBezTo>
                    <a:cubicBezTo>
                      <a:pt x="303" y="261"/>
                      <a:pt x="304" y="266"/>
                      <a:pt x="303" y="269"/>
                    </a:cubicBezTo>
                    <a:cubicBezTo>
                      <a:pt x="302" y="273"/>
                      <a:pt x="300" y="277"/>
                      <a:pt x="297" y="281"/>
                    </a:cubicBezTo>
                    <a:cubicBezTo>
                      <a:pt x="295" y="285"/>
                      <a:pt x="291" y="289"/>
                      <a:pt x="288" y="292"/>
                    </a:cubicBezTo>
                    <a:cubicBezTo>
                      <a:pt x="284" y="296"/>
                      <a:pt x="279" y="300"/>
                      <a:pt x="273" y="304"/>
                    </a:cubicBezTo>
                    <a:cubicBezTo>
                      <a:pt x="265" y="310"/>
                      <a:pt x="259" y="315"/>
                      <a:pt x="253" y="320"/>
                    </a:cubicBezTo>
                    <a:cubicBezTo>
                      <a:pt x="248" y="324"/>
                      <a:pt x="243" y="329"/>
                      <a:pt x="240" y="334"/>
                    </a:cubicBezTo>
                    <a:cubicBezTo>
                      <a:pt x="237" y="339"/>
                      <a:pt x="234" y="343"/>
                      <a:pt x="233" y="348"/>
                    </a:cubicBezTo>
                    <a:cubicBezTo>
                      <a:pt x="231" y="353"/>
                      <a:pt x="230" y="360"/>
                      <a:pt x="230" y="367"/>
                    </a:cubicBezTo>
                    <a:lnTo>
                      <a:pt x="230" y="374"/>
                    </a:lnTo>
                    <a:lnTo>
                      <a:pt x="328" y="374"/>
                    </a:lnTo>
                    <a:lnTo>
                      <a:pt x="328" y="358"/>
                    </a:lnTo>
                    <a:lnTo>
                      <a:pt x="250" y="358"/>
                    </a:lnTo>
                    <a:cubicBezTo>
                      <a:pt x="250" y="353"/>
                      <a:pt x="250" y="349"/>
                      <a:pt x="251" y="346"/>
                    </a:cubicBezTo>
                    <a:cubicBezTo>
                      <a:pt x="252" y="343"/>
                      <a:pt x="254" y="340"/>
                      <a:pt x="257" y="337"/>
                    </a:cubicBezTo>
                    <a:cubicBezTo>
                      <a:pt x="259" y="333"/>
                      <a:pt x="263" y="330"/>
                      <a:pt x="268" y="326"/>
                    </a:cubicBezTo>
                    <a:cubicBezTo>
                      <a:pt x="273" y="322"/>
                      <a:pt x="279" y="318"/>
                      <a:pt x="287" y="313"/>
                    </a:cubicBezTo>
                    <a:cubicBezTo>
                      <a:pt x="293" y="308"/>
                      <a:pt x="298" y="304"/>
                      <a:pt x="303" y="299"/>
                    </a:cubicBezTo>
                    <a:cubicBezTo>
                      <a:pt x="307" y="295"/>
                      <a:pt x="310" y="292"/>
                      <a:pt x="313" y="287"/>
                    </a:cubicBezTo>
                    <a:cubicBezTo>
                      <a:pt x="316" y="283"/>
                      <a:pt x="319" y="278"/>
                      <a:pt x="320" y="273"/>
                    </a:cubicBezTo>
                    <a:cubicBezTo>
                      <a:pt x="322" y="268"/>
                      <a:pt x="322" y="262"/>
                      <a:pt x="322" y="255"/>
                    </a:cubicBezTo>
                    <a:cubicBezTo>
                      <a:pt x="322" y="249"/>
                      <a:pt x="321" y="243"/>
                      <a:pt x="318" y="238"/>
                    </a:cubicBezTo>
                    <a:cubicBezTo>
                      <a:pt x="316" y="232"/>
                      <a:pt x="313" y="227"/>
                      <a:pt x="309" y="224"/>
                    </a:cubicBezTo>
                    <a:cubicBezTo>
                      <a:pt x="305" y="220"/>
                      <a:pt x="300" y="218"/>
                      <a:pt x="295" y="216"/>
                    </a:cubicBezTo>
                    <a:cubicBezTo>
                      <a:pt x="289" y="214"/>
                      <a:pt x="283" y="213"/>
                      <a:pt x="277" y="213"/>
                    </a:cubicBezTo>
                    <a:close/>
                  </a:path>
                </a:pathLst>
              </a:custGeom>
              <a:solidFill>
                <a:srgbClr val="80808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 spc="-8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9B692687-D341-497C-706A-C72BE3525DAB}"/>
              </a:ext>
            </a:extLst>
          </p:cNvPr>
          <p:cNvSpPr/>
          <p:nvPr/>
        </p:nvSpPr>
        <p:spPr>
          <a:xfrm>
            <a:off x="3945979" y="3957325"/>
            <a:ext cx="346405" cy="225960"/>
          </a:xfrm>
          <a:prstGeom prst="roundRect">
            <a:avLst>
              <a:gd name="adj" fmla="val 919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1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FC98EC56-E8D2-1D66-A0A3-3BF662CB045A}"/>
              </a:ext>
            </a:extLst>
          </p:cNvPr>
          <p:cNvSpPr/>
          <p:nvPr/>
        </p:nvSpPr>
        <p:spPr>
          <a:xfrm>
            <a:off x="3945979" y="4283999"/>
            <a:ext cx="346405" cy="225960"/>
          </a:xfrm>
          <a:prstGeom prst="roundRect">
            <a:avLst>
              <a:gd name="adj" fmla="val 919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</a:t>
            </a:r>
            <a:endParaRPr lang="ko-KR" altLang="en-US" sz="9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89E38C9-4BBB-DE51-B4E5-B4802B9E2293}"/>
              </a:ext>
            </a:extLst>
          </p:cNvPr>
          <p:cNvSpPr/>
          <p:nvPr/>
        </p:nvSpPr>
        <p:spPr>
          <a:xfrm>
            <a:off x="1444503" y="4276993"/>
            <a:ext cx="1484712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bIns="0" rtlCol="0" anchor="ctr" anchorCtr="0"/>
          <a:lstStyle/>
          <a:p>
            <a:r>
              <a:rPr lang="ko-KR" altLang="en-US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 시간을 입력해 주세요</a:t>
            </a:r>
            <a:r>
              <a:rPr lang="en-US" altLang="ko-KR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.(ex 90</a:t>
            </a:r>
            <a:r>
              <a:rPr lang="ko-KR" altLang="en-US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</a:t>
            </a:r>
            <a:r>
              <a:rPr lang="en-US" altLang="ko-KR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700" spc="-5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1" name="Text Box">
            <a:extLst>
              <a:ext uri="{FF2B5EF4-FFF2-40B4-BE49-F238E27FC236}">
                <a16:creationId xmlns:a16="http://schemas.microsoft.com/office/drawing/2014/main" id="{BE8704D2-0E6D-7911-5D9A-1946BF3060E7}"/>
              </a:ext>
            </a:extLst>
          </p:cNvPr>
          <p:cNvSpPr/>
          <p:nvPr/>
        </p:nvSpPr>
        <p:spPr>
          <a:xfrm>
            <a:off x="2975955" y="4275460"/>
            <a:ext cx="890674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ko-KR" altLang="en-US" sz="800" spc="-8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 시작 시간 🕒</a:t>
            </a:r>
            <a:endParaRPr lang="en-US" sz="800" spc="-80" dirty="0">
              <a:solidFill>
                <a:srgbClr val="7F7F7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7576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BD375-785F-BB1D-AF00-EEFD9EAA2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AD2A209-E9A9-1302-A8F1-6B33FDC979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공연 등록 </a:t>
            </a:r>
            <a:r>
              <a:rPr lang="ko-KR" altLang="en-US" dirty="0" err="1"/>
              <a:t>확면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F78FFD-41E7-3372-F819-D70136DD05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Home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공연정보 관리 </a:t>
            </a:r>
            <a:r>
              <a:rPr lang="en-US" altLang="ko-KR" dirty="0"/>
              <a:t>&gt; </a:t>
            </a:r>
            <a:r>
              <a:rPr lang="ko-KR" altLang="en-US" dirty="0"/>
              <a:t>공연 목록  </a:t>
            </a:r>
            <a:r>
              <a:rPr lang="en-US" altLang="ko-KR" dirty="0"/>
              <a:t>&gt; </a:t>
            </a:r>
            <a:r>
              <a:rPr lang="ko-KR" altLang="en-US" dirty="0"/>
              <a:t>공연 등록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9EF64264-AF23-F454-F267-087D9F4009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 algn="ctr"/>
            <a:r>
              <a:rPr lang="af-ZA" altLang="ko-KR" dirty="0"/>
              <a:t>PF01-002</a:t>
            </a:r>
            <a:endParaRPr lang="en-US" altLang="ko-KR" dirty="0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9C19DB00-B25D-601D-B59B-0A2775176371}"/>
              </a:ext>
            </a:extLst>
          </p:cNvPr>
          <p:cNvSpPr/>
          <p:nvPr/>
        </p:nvSpPr>
        <p:spPr>
          <a:xfrm>
            <a:off x="3521546" y="6297335"/>
            <a:ext cx="785490" cy="288402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초기화</a:t>
            </a:r>
            <a:endParaRPr lang="en-US" altLang="ko-KR" sz="800" dirty="0"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76B91BDA-949F-0037-619C-AF5FA9D33B91}"/>
              </a:ext>
            </a:extLst>
          </p:cNvPr>
          <p:cNvSpPr/>
          <p:nvPr/>
        </p:nvSpPr>
        <p:spPr>
          <a:xfrm>
            <a:off x="4375613" y="6289840"/>
            <a:ext cx="785490" cy="288402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저장</a:t>
            </a:r>
            <a:endParaRPr lang="en-US" altLang="ko-KR" sz="800" dirty="0"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F02B25F6-E14D-37E7-F603-F49AB77098B0}"/>
              </a:ext>
            </a:extLst>
          </p:cNvPr>
          <p:cNvSpPr/>
          <p:nvPr/>
        </p:nvSpPr>
        <p:spPr>
          <a:xfrm>
            <a:off x="5222185" y="6289840"/>
            <a:ext cx="785490" cy="288402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목록</a:t>
            </a:r>
            <a:endParaRPr lang="en-US" altLang="ko-KR" sz="800" dirty="0"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36E3989E-91E7-59AC-0760-1A46CD031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79674"/>
              </p:ext>
            </p:extLst>
          </p:nvPr>
        </p:nvGraphicFramePr>
        <p:xfrm>
          <a:off x="350875" y="3649810"/>
          <a:ext cx="8805825" cy="2597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987">
                  <a:extLst>
                    <a:ext uri="{9D8B030D-6E8A-4147-A177-3AD203B41FA5}">
                      <a16:colId xmlns:a16="http://schemas.microsoft.com/office/drawing/2014/main" val="3059012004"/>
                    </a:ext>
                  </a:extLst>
                </a:gridCol>
                <a:gridCol w="7769838">
                  <a:extLst>
                    <a:ext uri="{9D8B030D-6E8A-4147-A177-3AD203B41FA5}">
                      <a16:colId xmlns:a16="http://schemas.microsoft.com/office/drawing/2014/main" val="2912175457"/>
                    </a:ext>
                  </a:extLst>
                </a:gridCol>
              </a:tblGrid>
              <a:tr h="14529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본문  </a:t>
                      </a:r>
                      <a:r>
                        <a:rPr lang="en-US" altLang="ko-KR" sz="800" b="1" kern="1200" spc="-5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endParaRPr lang="ko-KR" altLang="en-US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150061"/>
                  </a:ext>
                </a:extLst>
              </a:tr>
              <a:tr h="4846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첨부파일</a:t>
                      </a: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첨부파일</a:t>
                      </a:r>
                      <a:endParaRPr lang="en-US" altLang="ko-KR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800" b="1" kern="1200" spc="-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endParaRPr lang="en-US" altLang="ko-KR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811530"/>
                  </a:ext>
                </a:extLst>
              </a:tr>
              <a:tr h="3211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게시여부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⚫게시  🔘</a:t>
                      </a:r>
                      <a:r>
                        <a:rPr lang="ko-KR" altLang="en-US" sz="8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미게시</a:t>
                      </a:r>
                      <a:endParaRPr lang="ko-KR" altLang="en-US" sz="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573526"/>
                  </a:ext>
                </a:extLst>
              </a:tr>
            </a:tbl>
          </a:graphicData>
        </a:graphic>
      </p:graphicFrame>
      <p:sp>
        <p:nvSpPr>
          <p:cNvPr id="121" name="TextBox 120">
            <a:extLst>
              <a:ext uri="{FF2B5EF4-FFF2-40B4-BE49-F238E27FC236}">
                <a16:creationId xmlns:a16="http://schemas.microsoft.com/office/drawing/2014/main" id="{D84D8632-980B-8521-D415-C3216119B9FD}"/>
              </a:ext>
            </a:extLst>
          </p:cNvPr>
          <p:cNvSpPr txBox="1"/>
          <p:nvPr/>
        </p:nvSpPr>
        <p:spPr>
          <a:xfrm>
            <a:off x="394423" y="3441411"/>
            <a:ext cx="166834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본문</a:t>
            </a:r>
            <a:r>
              <a:rPr lang="en-US" altLang="ko-KR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정보 </a:t>
            </a:r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A38D4998-2171-BF12-A789-8AC51744897B}"/>
              </a:ext>
            </a:extLst>
          </p:cNvPr>
          <p:cNvSpPr/>
          <p:nvPr/>
        </p:nvSpPr>
        <p:spPr>
          <a:xfrm>
            <a:off x="89065" y="3707516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A8AA6D0-1A2E-9575-3B9B-B3DDCEE5B856}"/>
              </a:ext>
            </a:extLst>
          </p:cNvPr>
          <p:cNvGrpSpPr/>
          <p:nvPr/>
        </p:nvGrpSpPr>
        <p:grpSpPr>
          <a:xfrm>
            <a:off x="1437605" y="3715034"/>
            <a:ext cx="7671292" cy="1128410"/>
            <a:chOff x="365832" y="3404439"/>
            <a:chExt cx="7671292" cy="1128410"/>
          </a:xfrm>
        </p:grpSpPr>
        <p:sp>
          <p:nvSpPr>
            <p:cNvPr id="6" name="Text Editor" descr="&lt;Tags&gt;&lt;SMARTRESIZEANCHORS&gt;Absolute,Absolute,Absolute,Absolute&lt;/SMARTRESIZEANCHORS&gt;&lt;/Tags&gt;">
              <a:extLst>
                <a:ext uri="{FF2B5EF4-FFF2-40B4-BE49-F238E27FC236}">
                  <a16:creationId xmlns:a16="http://schemas.microsoft.com/office/drawing/2014/main" id="{E149517B-2E8D-0226-2D90-174980B6CEA0}"/>
                </a:ext>
              </a:extLst>
            </p:cNvPr>
            <p:cNvSpPr/>
            <p:nvPr/>
          </p:nvSpPr>
          <p:spPr>
            <a:xfrm>
              <a:off x="365834" y="3684278"/>
              <a:ext cx="7671290" cy="84857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91440" rIns="237744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600"/>
                </a:spcAft>
              </a:pPr>
              <a:endParaRPr lang="en-US" sz="800" spc="-50" noProof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7" name="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id="{6B20A16C-440E-FE05-6E43-75F9FFDBB8F6}"/>
                </a:ext>
              </a:extLst>
            </p:cNvPr>
            <p:cNvSpPr/>
            <p:nvPr/>
          </p:nvSpPr>
          <p:spPr>
            <a:xfrm>
              <a:off x="365832" y="3404439"/>
              <a:ext cx="7671292" cy="27983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8" name="Font Drop-Down Box">
              <a:extLst>
                <a:ext uri="{FF2B5EF4-FFF2-40B4-BE49-F238E27FC236}">
                  <a16:creationId xmlns:a16="http://schemas.microsoft.com/office/drawing/2014/main" id="{F947C8E0-4FC3-9BF3-4EFF-8E7B8B5EF8EA}"/>
                </a:ext>
              </a:extLst>
            </p:cNvPr>
            <p:cNvGrpSpPr/>
            <p:nvPr/>
          </p:nvGrpSpPr>
          <p:grpSpPr>
            <a:xfrm>
              <a:off x="447849" y="3456642"/>
              <a:ext cx="1000054" cy="160044"/>
              <a:chOff x="1093181" y="3105978"/>
              <a:chExt cx="1000054" cy="160044"/>
            </a:xfrm>
          </p:grpSpPr>
          <p:sp>
            <p:nvSpPr>
              <p:cNvPr id="9" name="Text Box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id="{F6FB09F1-20A9-ADE6-B352-219346FFAB86}"/>
                  </a:ext>
                </a:extLst>
              </p:cNvPr>
              <p:cNvSpPr/>
              <p:nvPr/>
            </p:nvSpPr>
            <p:spPr>
              <a:xfrm>
                <a:off x="1093181" y="3105978"/>
                <a:ext cx="1000054" cy="16004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18288" rIns="256032" bIns="18288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Noto Sans</a:t>
                </a:r>
                <a:endPara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10" name="Arrow Dow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id="{22A97981-68AB-EF0C-E526-3ADEF5A9D2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>
                <a:off x="1954419" y="3175606"/>
                <a:ext cx="64008" cy="36177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11" name="Justify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id="{63641D46-F1D9-9F82-936D-E4E4CB2687C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364554" y="3495939"/>
              <a:ext cx="111125" cy="96838"/>
            </a:xfrm>
            <a:custGeom>
              <a:avLst/>
              <a:gdLst>
                <a:gd name="T0" fmla="*/ 10 w 283"/>
                <a:gd name="T1" fmla="*/ 0 h 245"/>
                <a:gd name="T2" fmla="*/ 0 w 283"/>
                <a:gd name="T3" fmla="*/ 9 h 245"/>
                <a:gd name="T4" fmla="*/ 10 w 283"/>
                <a:gd name="T5" fmla="*/ 18 h 245"/>
                <a:gd name="T6" fmla="*/ 274 w 283"/>
                <a:gd name="T7" fmla="*/ 18 h 245"/>
                <a:gd name="T8" fmla="*/ 283 w 283"/>
                <a:gd name="T9" fmla="*/ 9 h 245"/>
                <a:gd name="T10" fmla="*/ 274 w 283"/>
                <a:gd name="T11" fmla="*/ 0 h 245"/>
                <a:gd name="T12" fmla="*/ 10 w 283"/>
                <a:gd name="T13" fmla="*/ 0 h 245"/>
                <a:gd name="T14" fmla="*/ 10 w 283"/>
                <a:gd name="T15" fmla="*/ 56 h 245"/>
                <a:gd name="T16" fmla="*/ 0 w 283"/>
                <a:gd name="T17" fmla="*/ 66 h 245"/>
                <a:gd name="T18" fmla="*/ 10 w 283"/>
                <a:gd name="T19" fmla="*/ 75 h 245"/>
                <a:gd name="T20" fmla="*/ 274 w 283"/>
                <a:gd name="T21" fmla="*/ 75 h 245"/>
                <a:gd name="T22" fmla="*/ 283 w 283"/>
                <a:gd name="T23" fmla="*/ 66 h 245"/>
                <a:gd name="T24" fmla="*/ 274 w 283"/>
                <a:gd name="T25" fmla="*/ 56 h 245"/>
                <a:gd name="T26" fmla="*/ 10 w 283"/>
                <a:gd name="T27" fmla="*/ 56 h 245"/>
                <a:gd name="T28" fmla="*/ 10 w 283"/>
                <a:gd name="T29" fmla="*/ 113 h 245"/>
                <a:gd name="T30" fmla="*/ 0 w 283"/>
                <a:gd name="T31" fmla="*/ 122 h 245"/>
                <a:gd name="T32" fmla="*/ 10 w 283"/>
                <a:gd name="T33" fmla="*/ 132 h 245"/>
                <a:gd name="T34" fmla="*/ 274 w 283"/>
                <a:gd name="T35" fmla="*/ 132 h 245"/>
                <a:gd name="T36" fmla="*/ 283 w 283"/>
                <a:gd name="T37" fmla="*/ 122 h 245"/>
                <a:gd name="T38" fmla="*/ 274 w 283"/>
                <a:gd name="T39" fmla="*/ 113 h 245"/>
                <a:gd name="T40" fmla="*/ 10 w 283"/>
                <a:gd name="T41" fmla="*/ 113 h 245"/>
                <a:gd name="T42" fmla="*/ 10 w 283"/>
                <a:gd name="T43" fmla="*/ 169 h 245"/>
                <a:gd name="T44" fmla="*/ 0 w 283"/>
                <a:gd name="T45" fmla="*/ 179 h 245"/>
                <a:gd name="T46" fmla="*/ 10 w 283"/>
                <a:gd name="T47" fmla="*/ 188 h 245"/>
                <a:gd name="T48" fmla="*/ 274 w 283"/>
                <a:gd name="T49" fmla="*/ 188 h 245"/>
                <a:gd name="T50" fmla="*/ 283 w 283"/>
                <a:gd name="T51" fmla="*/ 179 h 245"/>
                <a:gd name="T52" fmla="*/ 274 w 283"/>
                <a:gd name="T53" fmla="*/ 169 h 245"/>
                <a:gd name="T54" fmla="*/ 10 w 283"/>
                <a:gd name="T55" fmla="*/ 169 h 245"/>
                <a:gd name="T56" fmla="*/ 10 w 283"/>
                <a:gd name="T57" fmla="*/ 226 h 245"/>
                <a:gd name="T58" fmla="*/ 0 w 283"/>
                <a:gd name="T59" fmla="*/ 235 h 245"/>
                <a:gd name="T60" fmla="*/ 10 w 283"/>
                <a:gd name="T61" fmla="*/ 245 h 245"/>
                <a:gd name="T62" fmla="*/ 274 w 283"/>
                <a:gd name="T63" fmla="*/ 245 h 245"/>
                <a:gd name="T64" fmla="*/ 283 w 283"/>
                <a:gd name="T65" fmla="*/ 235 h 245"/>
                <a:gd name="T66" fmla="*/ 274 w 283"/>
                <a:gd name="T67" fmla="*/ 226 h 245"/>
                <a:gd name="T68" fmla="*/ 10 w 283"/>
                <a:gd name="T69" fmla="*/ 226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3" h="245">
                  <a:moveTo>
                    <a:pt x="10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10" y="18"/>
                  </a:cubicBezTo>
                  <a:lnTo>
                    <a:pt x="274" y="18"/>
                  </a:lnTo>
                  <a:cubicBezTo>
                    <a:pt x="279" y="18"/>
                    <a:pt x="283" y="14"/>
                    <a:pt x="283" y="9"/>
                  </a:cubicBezTo>
                  <a:cubicBezTo>
                    <a:pt x="283" y="4"/>
                    <a:pt x="279" y="0"/>
                    <a:pt x="274" y="0"/>
                  </a:cubicBezTo>
                  <a:lnTo>
                    <a:pt x="10" y="0"/>
                  </a:lnTo>
                  <a:close/>
                  <a:moveTo>
                    <a:pt x="10" y="56"/>
                  </a:moveTo>
                  <a:cubicBezTo>
                    <a:pt x="4" y="56"/>
                    <a:pt x="0" y="60"/>
                    <a:pt x="0" y="66"/>
                  </a:cubicBezTo>
                  <a:cubicBezTo>
                    <a:pt x="0" y="71"/>
                    <a:pt x="4" y="75"/>
                    <a:pt x="10" y="75"/>
                  </a:cubicBezTo>
                  <a:lnTo>
                    <a:pt x="274" y="75"/>
                  </a:lnTo>
                  <a:cubicBezTo>
                    <a:pt x="279" y="75"/>
                    <a:pt x="283" y="71"/>
                    <a:pt x="283" y="66"/>
                  </a:cubicBezTo>
                  <a:cubicBezTo>
                    <a:pt x="283" y="60"/>
                    <a:pt x="279" y="56"/>
                    <a:pt x="274" y="56"/>
                  </a:cubicBezTo>
                  <a:lnTo>
                    <a:pt x="10" y="56"/>
                  </a:lnTo>
                  <a:close/>
                  <a:moveTo>
                    <a:pt x="10" y="113"/>
                  </a:moveTo>
                  <a:cubicBezTo>
                    <a:pt x="4" y="113"/>
                    <a:pt x="0" y="117"/>
                    <a:pt x="0" y="122"/>
                  </a:cubicBezTo>
                  <a:cubicBezTo>
                    <a:pt x="0" y="127"/>
                    <a:pt x="4" y="132"/>
                    <a:pt x="10" y="132"/>
                  </a:cubicBezTo>
                  <a:lnTo>
                    <a:pt x="274" y="132"/>
                  </a:lnTo>
                  <a:cubicBezTo>
                    <a:pt x="279" y="132"/>
                    <a:pt x="283" y="127"/>
                    <a:pt x="283" y="122"/>
                  </a:cubicBezTo>
                  <a:cubicBezTo>
                    <a:pt x="283" y="117"/>
                    <a:pt x="279" y="113"/>
                    <a:pt x="274" y="113"/>
                  </a:cubicBezTo>
                  <a:lnTo>
                    <a:pt x="10" y="113"/>
                  </a:lnTo>
                  <a:close/>
                  <a:moveTo>
                    <a:pt x="10" y="169"/>
                  </a:moveTo>
                  <a:cubicBezTo>
                    <a:pt x="4" y="169"/>
                    <a:pt x="0" y="174"/>
                    <a:pt x="0" y="179"/>
                  </a:cubicBezTo>
                  <a:cubicBezTo>
                    <a:pt x="0" y="184"/>
                    <a:pt x="4" y="188"/>
                    <a:pt x="10" y="188"/>
                  </a:cubicBezTo>
                  <a:lnTo>
                    <a:pt x="274" y="188"/>
                  </a:lnTo>
                  <a:cubicBezTo>
                    <a:pt x="279" y="188"/>
                    <a:pt x="283" y="184"/>
                    <a:pt x="283" y="179"/>
                  </a:cubicBezTo>
                  <a:cubicBezTo>
                    <a:pt x="283" y="174"/>
                    <a:pt x="279" y="169"/>
                    <a:pt x="274" y="169"/>
                  </a:cubicBezTo>
                  <a:lnTo>
                    <a:pt x="10" y="169"/>
                  </a:lnTo>
                  <a:close/>
                  <a:moveTo>
                    <a:pt x="10" y="226"/>
                  </a:moveTo>
                  <a:cubicBezTo>
                    <a:pt x="4" y="226"/>
                    <a:pt x="0" y="230"/>
                    <a:pt x="0" y="235"/>
                  </a:cubicBezTo>
                  <a:cubicBezTo>
                    <a:pt x="0" y="241"/>
                    <a:pt x="4" y="245"/>
                    <a:pt x="10" y="245"/>
                  </a:cubicBezTo>
                  <a:lnTo>
                    <a:pt x="274" y="245"/>
                  </a:lnTo>
                  <a:cubicBezTo>
                    <a:pt x="279" y="245"/>
                    <a:pt x="283" y="241"/>
                    <a:pt x="283" y="235"/>
                  </a:cubicBezTo>
                  <a:cubicBezTo>
                    <a:pt x="283" y="230"/>
                    <a:pt x="279" y="226"/>
                    <a:pt x="274" y="226"/>
                  </a:cubicBezTo>
                  <a:lnTo>
                    <a:pt x="10" y="226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>
                <a:solidFill>
                  <a:srgbClr val="5F5F5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2" name="Align Right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id="{207F7F6D-7AA1-F7DF-1101-EE8407C9DF6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148763" y="3490383"/>
              <a:ext cx="112712" cy="107950"/>
            </a:xfrm>
            <a:custGeom>
              <a:avLst/>
              <a:gdLst>
                <a:gd name="T0" fmla="*/ 11 w 283"/>
                <a:gd name="T1" fmla="*/ 0 h 272"/>
                <a:gd name="T2" fmla="*/ 0 w 283"/>
                <a:gd name="T3" fmla="*/ 10 h 272"/>
                <a:gd name="T4" fmla="*/ 11 w 283"/>
                <a:gd name="T5" fmla="*/ 21 h 272"/>
                <a:gd name="T6" fmla="*/ 273 w 283"/>
                <a:gd name="T7" fmla="*/ 21 h 272"/>
                <a:gd name="T8" fmla="*/ 283 w 283"/>
                <a:gd name="T9" fmla="*/ 10 h 272"/>
                <a:gd name="T10" fmla="*/ 273 w 283"/>
                <a:gd name="T11" fmla="*/ 0 h 272"/>
                <a:gd name="T12" fmla="*/ 11 w 283"/>
                <a:gd name="T13" fmla="*/ 0 h 272"/>
                <a:gd name="T14" fmla="*/ 32 w 283"/>
                <a:gd name="T15" fmla="*/ 63 h 272"/>
                <a:gd name="T16" fmla="*/ 21 w 283"/>
                <a:gd name="T17" fmla="*/ 73 h 272"/>
                <a:gd name="T18" fmla="*/ 32 w 283"/>
                <a:gd name="T19" fmla="*/ 84 h 272"/>
                <a:gd name="T20" fmla="*/ 273 w 283"/>
                <a:gd name="T21" fmla="*/ 84 h 272"/>
                <a:gd name="T22" fmla="*/ 283 w 283"/>
                <a:gd name="T23" fmla="*/ 73 h 272"/>
                <a:gd name="T24" fmla="*/ 273 w 283"/>
                <a:gd name="T25" fmla="*/ 63 h 272"/>
                <a:gd name="T26" fmla="*/ 32 w 283"/>
                <a:gd name="T27" fmla="*/ 63 h 272"/>
                <a:gd name="T28" fmla="*/ 53 w 283"/>
                <a:gd name="T29" fmla="*/ 126 h 272"/>
                <a:gd name="T30" fmla="*/ 43 w 283"/>
                <a:gd name="T31" fmla="*/ 136 h 272"/>
                <a:gd name="T32" fmla="*/ 53 w 283"/>
                <a:gd name="T33" fmla="*/ 147 h 272"/>
                <a:gd name="T34" fmla="*/ 273 w 283"/>
                <a:gd name="T35" fmla="*/ 147 h 272"/>
                <a:gd name="T36" fmla="*/ 283 w 283"/>
                <a:gd name="T37" fmla="*/ 136 h 272"/>
                <a:gd name="T38" fmla="*/ 273 w 283"/>
                <a:gd name="T39" fmla="*/ 126 h 272"/>
                <a:gd name="T40" fmla="*/ 53 w 283"/>
                <a:gd name="T41" fmla="*/ 126 h 272"/>
                <a:gd name="T42" fmla="*/ 11 w 283"/>
                <a:gd name="T43" fmla="*/ 189 h 272"/>
                <a:gd name="T44" fmla="*/ 0 w 283"/>
                <a:gd name="T45" fmla="*/ 199 h 272"/>
                <a:gd name="T46" fmla="*/ 11 w 283"/>
                <a:gd name="T47" fmla="*/ 210 h 272"/>
                <a:gd name="T48" fmla="*/ 273 w 283"/>
                <a:gd name="T49" fmla="*/ 210 h 272"/>
                <a:gd name="T50" fmla="*/ 283 w 283"/>
                <a:gd name="T51" fmla="*/ 199 h 272"/>
                <a:gd name="T52" fmla="*/ 273 w 283"/>
                <a:gd name="T53" fmla="*/ 189 h 272"/>
                <a:gd name="T54" fmla="*/ 11 w 283"/>
                <a:gd name="T55" fmla="*/ 189 h 272"/>
                <a:gd name="T56" fmla="*/ 116 w 283"/>
                <a:gd name="T57" fmla="*/ 252 h 272"/>
                <a:gd name="T58" fmla="*/ 105 w 283"/>
                <a:gd name="T59" fmla="*/ 262 h 272"/>
                <a:gd name="T60" fmla="*/ 116 w 283"/>
                <a:gd name="T61" fmla="*/ 272 h 272"/>
                <a:gd name="T62" fmla="*/ 273 w 283"/>
                <a:gd name="T63" fmla="*/ 272 h 272"/>
                <a:gd name="T64" fmla="*/ 283 w 283"/>
                <a:gd name="T65" fmla="*/ 262 h 272"/>
                <a:gd name="T66" fmla="*/ 273 w 283"/>
                <a:gd name="T67" fmla="*/ 252 h 272"/>
                <a:gd name="T68" fmla="*/ 116 w 283"/>
                <a:gd name="T69" fmla="*/ 25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3" h="272">
                  <a:moveTo>
                    <a:pt x="11" y="0"/>
                  </a:moveTo>
                  <a:cubicBezTo>
                    <a:pt x="5" y="0"/>
                    <a:pt x="0" y="5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lnTo>
                    <a:pt x="273" y="21"/>
                  </a:lnTo>
                  <a:cubicBezTo>
                    <a:pt x="279" y="21"/>
                    <a:pt x="283" y="16"/>
                    <a:pt x="283" y="10"/>
                  </a:cubicBezTo>
                  <a:cubicBezTo>
                    <a:pt x="283" y="5"/>
                    <a:pt x="279" y="0"/>
                    <a:pt x="273" y="0"/>
                  </a:cubicBezTo>
                  <a:lnTo>
                    <a:pt x="11" y="0"/>
                  </a:lnTo>
                  <a:close/>
                  <a:moveTo>
                    <a:pt x="32" y="63"/>
                  </a:moveTo>
                  <a:cubicBezTo>
                    <a:pt x="26" y="63"/>
                    <a:pt x="21" y="68"/>
                    <a:pt x="21" y="73"/>
                  </a:cubicBezTo>
                  <a:cubicBezTo>
                    <a:pt x="21" y="79"/>
                    <a:pt x="26" y="84"/>
                    <a:pt x="32" y="84"/>
                  </a:cubicBezTo>
                  <a:lnTo>
                    <a:pt x="273" y="84"/>
                  </a:lnTo>
                  <a:cubicBezTo>
                    <a:pt x="279" y="84"/>
                    <a:pt x="283" y="79"/>
                    <a:pt x="283" y="73"/>
                  </a:cubicBezTo>
                  <a:cubicBezTo>
                    <a:pt x="283" y="68"/>
                    <a:pt x="279" y="63"/>
                    <a:pt x="273" y="63"/>
                  </a:cubicBezTo>
                  <a:lnTo>
                    <a:pt x="32" y="63"/>
                  </a:lnTo>
                  <a:close/>
                  <a:moveTo>
                    <a:pt x="53" y="126"/>
                  </a:moveTo>
                  <a:cubicBezTo>
                    <a:pt x="47" y="126"/>
                    <a:pt x="43" y="130"/>
                    <a:pt x="43" y="136"/>
                  </a:cubicBezTo>
                  <a:cubicBezTo>
                    <a:pt x="43" y="142"/>
                    <a:pt x="47" y="147"/>
                    <a:pt x="53" y="147"/>
                  </a:cubicBezTo>
                  <a:lnTo>
                    <a:pt x="273" y="147"/>
                  </a:lnTo>
                  <a:cubicBezTo>
                    <a:pt x="279" y="147"/>
                    <a:pt x="283" y="142"/>
                    <a:pt x="283" y="136"/>
                  </a:cubicBezTo>
                  <a:cubicBezTo>
                    <a:pt x="283" y="130"/>
                    <a:pt x="279" y="126"/>
                    <a:pt x="273" y="126"/>
                  </a:cubicBezTo>
                  <a:lnTo>
                    <a:pt x="53" y="126"/>
                  </a:lnTo>
                  <a:close/>
                  <a:moveTo>
                    <a:pt x="11" y="189"/>
                  </a:moveTo>
                  <a:cubicBezTo>
                    <a:pt x="5" y="189"/>
                    <a:pt x="0" y="193"/>
                    <a:pt x="0" y="199"/>
                  </a:cubicBezTo>
                  <a:cubicBezTo>
                    <a:pt x="0" y="205"/>
                    <a:pt x="5" y="210"/>
                    <a:pt x="11" y="210"/>
                  </a:cubicBezTo>
                  <a:lnTo>
                    <a:pt x="273" y="210"/>
                  </a:lnTo>
                  <a:cubicBezTo>
                    <a:pt x="279" y="210"/>
                    <a:pt x="283" y="205"/>
                    <a:pt x="283" y="199"/>
                  </a:cubicBezTo>
                  <a:cubicBezTo>
                    <a:pt x="283" y="193"/>
                    <a:pt x="279" y="189"/>
                    <a:pt x="273" y="189"/>
                  </a:cubicBezTo>
                  <a:lnTo>
                    <a:pt x="11" y="189"/>
                  </a:lnTo>
                  <a:close/>
                  <a:moveTo>
                    <a:pt x="116" y="252"/>
                  </a:moveTo>
                  <a:cubicBezTo>
                    <a:pt x="110" y="252"/>
                    <a:pt x="105" y="256"/>
                    <a:pt x="105" y="262"/>
                  </a:cubicBezTo>
                  <a:cubicBezTo>
                    <a:pt x="105" y="268"/>
                    <a:pt x="110" y="272"/>
                    <a:pt x="116" y="272"/>
                  </a:cubicBezTo>
                  <a:lnTo>
                    <a:pt x="273" y="272"/>
                  </a:lnTo>
                  <a:cubicBezTo>
                    <a:pt x="279" y="272"/>
                    <a:pt x="283" y="268"/>
                    <a:pt x="283" y="262"/>
                  </a:cubicBezTo>
                  <a:cubicBezTo>
                    <a:pt x="283" y="256"/>
                    <a:pt x="279" y="252"/>
                    <a:pt x="273" y="252"/>
                  </a:cubicBezTo>
                  <a:lnTo>
                    <a:pt x="116" y="252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>
                <a:solidFill>
                  <a:srgbClr val="5F5F5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3" name="Align Center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id="{08A2D1E7-08C2-56BC-48BE-F080788C86D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34555" y="3488796"/>
              <a:ext cx="111125" cy="111125"/>
            </a:xfrm>
            <a:custGeom>
              <a:avLst/>
              <a:gdLst>
                <a:gd name="T0" fmla="*/ 11 w 283"/>
                <a:gd name="T1" fmla="*/ 0 h 283"/>
                <a:gd name="T2" fmla="*/ 0 w 283"/>
                <a:gd name="T3" fmla="*/ 11 h 283"/>
                <a:gd name="T4" fmla="*/ 11 w 283"/>
                <a:gd name="T5" fmla="*/ 21 h 283"/>
                <a:gd name="T6" fmla="*/ 272 w 283"/>
                <a:gd name="T7" fmla="*/ 21 h 283"/>
                <a:gd name="T8" fmla="*/ 283 w 283"/>
                <a:gd name="T9" fmla="*/ 11 h 283"/>
                <a:gd name="T10" fmla="*/ 272 w 283"/>
                <a:gd name="T11" fmla="*/ 0 h 283"/>
                <a:gd name="T12" fmla="*/ 11 w 283"/>
                <a:gd name="T13" fmla="*/ 0 h 283"/>
                <a:gd name="T14" fmla="*/ 22 w 283"/>
                <a:gd name="T15" fmla="*/ 65 h 283"/>
                <a:gd name="T16" fmla="*/ 11 w 283"/>
                <a:gd name="T17" fmla="*/ 76 h 283"/>
                <a:gd name="T18" fmla="*/ 22 w 283"/>
                <a:gd name="T19" fmla="*/ 87 h 283"/>
                <a:gd name="T20" fmla="*/ 251 w 283"/>
                <a:gd name="T21" fmla="*/ 87 h 283"/>
                <a:gd name="T22" fmla="*/ 262 w 283"/>
                <a:gd name="T23" fmla="*/ 76 h 283"/>
                <a:gd name="T24" fmla="*/ 251 w 283"/>
                <a:gd name="T25" fmla="*/ 65 h 283"/>
                <a:gd name="T26" fmla="*/ 22 w 283"/>
                <a:gd name="T27" fmla="*/ 65 h 283"/>
                <a:gd name="T28" fmla="*/ 33 w 283"/>
                <a:gd name="T29" fmla="*/ 130 h 283"/>
                <a:gd name="T30" fmla="*/ 22 w 283"/>
                <a:gd name="T31" fmla="*/ 141 h 283"/>
                <a:gd name="T32" fmla="*/ 33 w 283"/>
                <a:gd name="T33" fmla="*/ 152 h 283"/>
                <a:gd name="T34" fmla="*/ 240 w 283"/>
                <a:gd name="T35" fmla="*/ 152 h 283"/>
                <a:gd name="T36" fmla="*/ 251 w 283"/>
                <a:gd name="T37" fmla="*/ 141 h 283"/>
                <a:gd name="T38" fmla="*/ 240 w 283"/>
                <a:gd name="T39" fmla="*/ 130 h 283"/>
                <a:gd name="T40" fmla="*/ 33 w 283"/>
                <a:gd name="T41" fmla="*/ 130 h 283"/>
                <a:gd name="T42" fmla="*/ 11 w 283"/>
                <a:gd name="T43" fmla="*/ 196 h 283"/>
                <a:gd name="T44" fmla="*/ 0 w 283"/>
                <a:gd name="T45" fmla="*/ 207 h 283"/>
                <a:gd name="T46" fmla="*/ 11 w 283"/>
                <a:gd name="T47" fmla="*/ 217 h 283"/>
                <a:gd name="T48" fmla="*/ 272 w 283"/>
                <a:gd name="T49" fmla="*/ 217 h 283"/>
                <a:gd name="T50" fmla="*/ 283 w 283"/>
                <a:gd name="T51" fmla="*/ 207 h 283"/>
                <a:gd name="T52" fmla="*/ 272 w 283"/>
                <a:gd name="T53" fmla="*/ 196 h 283"/>
                <a:gd name="T54" fmla="*/ 11 w 283"/>
                <a:gd name="T55" fmla="*/ 196 h 283"/>
                <a:gd name="T56" fmla="*/ 55 w 283"/>
                <a:gd name="T57" fmla="*/ 261 h 283"/>
                <a:gd name="T58" fmla="*/ 44 w 283"/>
                <a:gd name="T59" fmla="*/ 272 h 283"/>
                <a:gd name="T60" fmla="*/ 55 w 283"/>
                <a:gd name="T61" fmla="*/ 283 h 283"/>
                <a:gd name="T62" fmla="*/ 218 w 283"/>
                <a:gd name="T63" fmla="*/ 283 h 283"/>
                <a:gd name="T64" fmla="*/ 229 w 283"/>
                <a:gd name="T65" fmla="*/ 272 h 283"/>
                <a:gd name="T66" fmla="*/ 218 w 283"/>
                <a:gd name="T67" fmla="*/ 261 h 283"/>
                <a:gd name="T68" fmla="*/ 55 w 283"/>
                <a:gd name="T69" fmla="*/ 261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3" h="283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1" y="21"/>
                  </a:cubicBezTo>
                  <a:lnTo>
                    <a:pt x="272" y="21"/>
                  </a:lnTo>
                  <a:cubicBezTo>
                    <a:pt x="278" y="21"/>
                    <a:pt x="283" y="17"/>
                    <a:pt x="283" y="11"/>
                  </a:cubicBezTo>
                  <a:cubicBezTo>
                    <a:pt x="283" y="5"/>
                    <a:pt x="278" y="0"/>
                    <a:pt x="272" y="0"/>
                  </a:cubicBezTo>
                  <a:lnTo>
                    <a:pt x="11" y="0"/>
                  </a:lnTo>
                  <a:close/>
                  <a:moveTo>
                    <a:pt x="22" y="65"/>
                  </a:moveTo>
                  <a:cubicBezTo>
                    <a:pt x="16" y="65"/>
                    <a:pt x="11" y="70"/>
                    <a:pt x="11" y="76"/>
                  </a:cubicBezTo>
                  <a:cubicBezTo>
                    <a:pt x="11" y="82"/>
                    <a:pt x="16" y="87"/>
                    <a:pt x="22" y="87"/>
                  </a:cubicBezTo>
                  <a:lnTo>
                    <a:pt x="251" y="87"/>
                  </a:lnTo>
                  <a:cubicBezTo>
                    <a:pt x="257" y="87"/>
                    <a:pt x="262" y="82"/>
                    <a:pt x="262" y="76"/>
                  </a:cubicBezTo>
                  <a:cubicBezTo>
                    <a:pt x="262" y="70"/>
                    <a:pt x="257" y="65"/>
                    <a:pt x="251" y="65"/>
                  </a:cubicBezTo>
                  <a:lnTo>
                    <a:pt x="22" y="65"/>
                  </a:lnTo>
                  <a:close/>
                  <a:moveTo>
                    <a:pt x="33" y="130"/>
                  </a:moveTo>
                  <a:cubicBezTo>
                    <a:pt x="27" y="130"/>
                    <a:pt x="22" y="135"/>
                    <a:pt x="22" y="141"/>
                  </a:cubicBezTo>
                  <a:cubicBezTo>
                    <a:pt x="22" y="147"/>
                    <a:pt x="27" y="152"/>
                    <a:pt x="33" y="152"/>
                  </a:cubicBezTo>
                  <a:lnTo>
                    <a:pt x="240" y="152"/>
                  </a:lnTo>
                  <a:cubicBezTo>
                    <a:pt x="246" y="152"/>
                    <a:pt x="251" y="147"/>
                    <a:pt x="251" y="141"/>
                  </a:cubicBezTo>
                  <a:cubicBezTo>
                    <a:pt x="251" y="135"/>
                    <a:pt x="246" y="130"/>
                    <a:pt x="240" y="130"/>
                  </a:cubicBezTo>
                  <a:lnTo>
                    <a:pt x="33" y="130"/>
                  </a:lnTo>
                  <a:close/>
                  <a:moveTo>
                    <a:pt x="11" y="196"/>
                  </a:moveTo>
                  <a:cubicBezTo>
                    <a:pt x="5" y="196"/>
                    <a:pt x="0" y="200"/>
                    <a:pt x="0" y="207"/>
                  </a:cubicBezTo>
                  <a:cubicBezTo>
                    <a:pt x="0" y="213"/>
                    <a:pt x="5" y="217"/>
                    <a:pt x="11" y="217"/>
                  </a:cubicBezTo>
                  <a:lnTo>
                    <a:pt x="272" y="217"/>
                  </a:lnTo>
                  <a:cubicBezTo>
                    <a:pt x="278" y="217"/>
                    <a:pt x="283" y="213"/>
                    <a:pt x="283" y="207"/>
                  </a:cubicBezTo>
                  <a:cubicBezTo>
                    <a:pt x="283" y="200"/>
                    <a:pt x="278" y="196"/>
                    <a:pt x="272" y="196"/>
                  </a:cubicBezTo>
                  <a:lnTo>
                    <a:pt x="11" y="196"/>
                  </a:lnTo>
                  <a:close/>
                  <a:moveTo>
                    <a:pt x="55" y="261"/>
                  </a:moveTo>
                  <a:cubicBezTo>
                    <a:pt x="49" y="261"/>
                    <a:pt x="44" y="266"/>
                    <a:pt x="44" y="272"/>
                  </a:cubicBezTo>
                  <a:cubicBezTo>
                    <a:pt x="44" y="278"/>
                    <a:pt x="49" y="283"/>
                    <a:pt x="55" y="283"/>
                  </a:cubicBezTo>
                  <a:lnTo>
                    <a:pt x="218" y="283"/>
                  </a:lnTo>
                  <a:cubicBezTo>
                    <a:pt x="224" y="283"/>
                    <a:pt x="229" y="278"/>
                    <a:pt x="229" y="272"/>
                  </a:cubicBezTo>
                  <a:cubicBezTo>
                    <a:pt x="229" y="266"/>
                    <a:pt x="224" y="261"/>
                    <a:pt x="218" y="261"/>
                  </a:cubicBezTo>
                  <a:lnTo>
                    <a:pt x="55" y="261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>
                <a:solidFill>
                  <a:srgbClr val="5F5F5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4" name="Align Left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id="{B4F699F4-70FB-7930-70AB-50746B5EA94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720347" y="3490383"/>
              <a:ext cx="111125" cy="107950"/>
            </a:xfrm>
            <a:custGeom>
              <a:avLst/>
              <a:gdLst>
                <a:gd name="T0" fmla="*/ 11 w 283"/>
                <a:gd name="T1" fmla="*/ 0 h 272"/>
                <a:gd name="T2" fmla="*/ 0 w 283"/>
                <a:gd name="T3" fmla="*/ 10 h 272"/>
                <a:gd name="T4" fmla="*/ 11 w 283"/>
                <a:gd name="T5" fmla="*/ 21 h 272"/>
                <a:gd name="T6" fmla="*/ 273 w 283"/>
                <a:gd name="T7" fmla="*/ 21 h 272"/>
                <a:gd name="T8" fmla="*/ 283 w 283"/>
                <a:gd name="T9" fmla="*/ 10 h 272"/>
                <a:gd name="T10" fmla="*/ 273 w 283"/>
                <a:gd name="T11" fmla="*/ 0 h 272"/>
                <a:gd name="T12" fmla="*/ 11 w 283"/>
                <a:gd name="T13" fmla="*/ 0 h 272"/>
                <a:gd name="T14" fmla="*/ 11 w 283"/>
                <a:gd name="T15" fmla="*/ 63 h 272"/>
                <a:gd name="T16" fmla="*/ 0 w 283"/>
                <a:gd name="T17" fmla="*/ 73 h 272"/>
                <a:gd name="T18" fmla="*/ 11 w 283"/>
                <a:gd name="T19" fmla="*/ 84 h 272"/>
                <a:gd name="T20" fmla="*/ 252 w 283"/>
                <a:gd name="T21" fmla="*/ 84 h 272"/>
                <a:gd name="T22" fmla="*/ 262 w 283"/>
                <a:gd name="T23" fmla="*/ 73 h 272"/>
                <a:gd name="T24" fmla="*/ 252 w 283"/>
                <a:gd name="T25" fmla="*/ 63 h 272"/>
                <a:gd name="T26" fmla="*/ 11 w 283"/>
                <a:gd name="T27" fmla="*/ 63 h 272"/>
                <a:gd name="T28" fmla="*/ 11 w 283"/>
                <a:gd name="T29" fmla="*/ 126 h 272"/>
                <a:gd name="T30" fmla="*/ 0 w 283"/>
                <a:gd name="T31" fmla="*/ 136 h 272"/>
                <a:gd name="T32" fmla="*/ 11 w 283"/>
                <a:gd name="T33" fmla="*/ 147 h 272"/>
                <a:gd name="T34" fmla="*/ 231 w 283"/>
                <a:gd name="T35" fmla="*/ 147 h 272"/>
                <a:gd name="T36" fmla="*/ 241 w 283"/>
                <a:gd name="T37" fmla="*/ 136 h 272"/>
                <a:gd name="T38" fmla="*/ 231 w 283"/>
                <a:gd name="T39" fmla="*/ 126 h 272"/>
                <a:gd name="T40" fmla="*/ 11 w 283"/>
                <a:gd name="T41" fmla="*/ 126 h 272"/>
                <a:gd name="T42" fmla="*/ 11 w 283"/>
                <a:gd name="T43" fmla="*/ 189 h 272"/>
                <a:gd name="T44" fmla="*/ 0 w 283"/>
                <a:gd name="T45" fmla="*/ 199 h 272"/>
                <a:gd name="T46" fmla="*/ 11 w 283"/>
                <a:gd name="T47" fmla="*/ 210 h 272"/>
                <a:gd name="T48" fmla="*/ 273 w 283"/>
                <a:gd name="T49" fmla="*/ 210 h 272"/>
                <a:gd name="T50" fmla="*/ 283 w 283"/>
                <a:gd name="T51" fmla="*/ 199 h 272"/>
                <a:gd name="T52" fmla="*/ 273 w 283"/>
                <a:gd name="T53" fmla="*/ 189 h 272"/>
                <a:gd name="T54" fmla="*/ 11 w 283"/>
                <a:gd name="T55" fmla="*/ 189 h 272"/>
                <a:gd name="T56" fmla="*/ 11 w 283"/>
                <a:gd name="T57" fmla="*/ 252 h 272"/>
                <a:gd name="T58" fmla="*/ 0 w 283"/>
                <a:gd name="T59" fmla="*/ 262 h 272"/>
                <a:gd name="T60" fmla="*/ 11 w 283"/>
                <a:gd name="T61" fmla="*/ 272 h 272"/>
                <a:gd name="T62" fmla="*/ 168 w 283"/>
                <a:gd name="T63" fmla="*/ 272 h 272"/>
                <a:gd name="T64" fmla="*/ 178 w 283"/>
                <a:gd name="T65" fmla="*/ 262 h 272"/>
                <a:gd name="T66" fmla="*/ 168 w 283"/>
                <a:gd name="T67" fmla="*/ 252 h 272"/>
                <a:gd name="T68" fmla="*/ 11 w 283"/>
                <a:gd name="T69" fmla="*/ 25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3" h="272">
                  <a:moveTo>
                    <a:pt x="11" y="0"/>
                  </a:moveTo>
                  <a:cubicBezTo>
                    <a:pt x="5" y="0"/>
                    <a:pt x="0" y="5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lnTo>
                    <a:pt x="273" y="21"/>
                  </a:lnTo>
                  <a:cubicBezTo>
                    <a:pt x="279" y="21"/>
                    <a:pt x="283" y="16"/>
                    <a:pt x="283" y="10"/>
                  </a:cubicBezTo>
                  <a:cubicBezTo>
                    <a:pt x="283" y="5"/>
                    <a:pt x="279" y="0"/>
                    <a:pt x="273" y="0"/>
                  </a:cubicBezTo>
                  <a:lnTo>
                    <a:pt x="11" y="0"/>
                  </a:lnTo>
                  <a:close/>
                  <a:moveTo>
                    <a:pt x="11" y="63"/>
                  </a:moveTo>
                  <a:cubicBezTo>
                    <a:pt x="5" y="63"/>
                    <a:pt x="0" y="68"/>
                    <a:pt x="0" y="73"/>
                  </a:cubicBezTo>
                  <a:cubicBezTo>
                    <a:pt x="0" y="79"/>
                    <a:pt x="5" y="84"/>
                    <a:pt x="11" y="84"/>
                  </a:cubicBezTo>
                  <a:lnTo>
                    <a:pt x="252" y="84"/>
                  </a:lnTo>
                  <a:cubicBezTo>
                    <a:pt x="258" y="84"/>
                    <a:pt x="262" y="79"/>
                    <a:pt x="262" y="73"/>
                  </a:cubicBezTo>
                  <a:cubicBezTo>
                    <a:pt x="262" y="68"/>
                    <a:pt x="258" y="63"/>
                    <a:pt x="252" y="63"/>
                  </a:cubicBezTo>
                  <a:lnTo>
                    <a:pt x="11" y="63"/>
                  </a:lnTo>
                  <a:close/>
                  <a:moveTo>
                    <a:pt x="11" y="126"/>
                  </a:moveTo>
                  <a:cubicBezTo>
                    <a:pt x="5" y="126"/>
                    <a:pt x="0" y="130"/>
                    <a:pt x="0" y="136"/>
                  </a:cubicBezTo>
                  <a:cubicBezTo>
                    <a:pt x="0" y="142"/>
                    <a:pt x="5" y="147"/>
                    <a:pt x="11" y="147"/>
                  </a:cubicBezTo>
                  <a:lnTo>
                    <a:pt x="231" y="147"/>
                  </a:lnTo>
                  <a:cubicBezTo>
                    <a:pt x="236" y="147"/>
                    <a:pt x="241" y="142"/>
                    <a:pt x="241" y="136"/>
                  </a:cubicBezTo>
                  <a:cubicBezTo>
                    <a:pt x="241" y="130"/>
                    <a:pt x="236" y="126"/>
                    <a:pt x="231" y="126"/>
                  </a:cubicBezTo>
                  <a:lnTo>
                    <a:pt x="11" y="126"/>
                  </a:lnTo>
                  <a:close/>
                  <a:moveTo>
                    <a:pt x="11" y="189"/>
                  </a:moveTo>
                  <a:cubicBezTo>
                    <a:pt x="5" y="189"/>
                    <a:pt x="0" y="193"/>
                    <a:pt x="0" y="199"/>
                  </a:cubicBezTo>
                  <a:cubicBezTo>
                    <a:pt x="0" y="205"/>
                    <a:pt x="5" y="210"/>
                    <a:pt x="11" y="210"/>
                  </a:cubicBezTo>
                  <a:lnTo>
                    <a:pt x="273" y="210"/>
                  </a:lnTo>
                  <a:cubicBezTo>
                    <a:pt x="279" y="210"/>
                    <a:pt x="283" y="205"/>
                    <a:pt x="283" y="199"/>
                  </a:cubicBezTo>
                  <a:cubicBezTo>
                    <a:pt x="283" y="193"/>
                    <a:pt x="279" y="189"/>
                    <a:pt x="273" y="189"/>
                  </a:cubicBezTo>
                  <a:lnTo>
                    <a:pt x="11" y="189"/>
                  </a:lnTo>
                  <a:close/>
                  <a:moveTo>
                    <a:pt x="11" y="252"/>
                  </a:moveTo>
                  <a:cubicBezTo>
                    <a:pt x="5" y="252"/>
                    <a:pt x="0" y="256"/>
                    <a:pt x="0" y="262"/>
                  </a:cubicBezTo>
                  <a:cubicBezTo>
                    <a:pt x="0" y="268"/>
                    <a:pt x="5" y="272"/>
                    <a:pt x="11" y="272"/>
                  </a:cubicBezTo>
                  <a:lnTo>
                    <a:pt x="168" y="272"/>
                  </a:lnTo>
                  <a:cubicBezTo>
                    <a:pt x="174" y="272"/>
                    <a:pt x="178" y="268"/>
                    <a:pt x="178" y="262"/>
                  </a:cubicBezTo>
                  <a:cubicBezTo>
                    <a:pt x="178" y="256"/>
                    <a:pt x="174" y="252"/>
                    <a:pt x="168" y="252"/>
                  </a:cubicBezTo>
                  <a:lnTo>
                    <a:pt x="11" y="252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>
                <a:solidFill>
                  <a:srgbClr val="5F5F5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15" name="Separator 1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id="{EAA43308-1F6D-BCD4-64FE-D1767B509DA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617264" y="3447472"/>
              <a:ext cx="0" cy="193772"/>
            </a:xfrm>
            <a:prstGeom prst="line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" name="Strike-Through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id="{95DE9A6F-06D8-4CA0-811D-47554A7DA4B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371306" y="3477683"/>
              <a:ext cx="142875" cy="133350"/>
            </a:xfrm>
            <a:custGeom>
              <a:avLst/>
              <a:gdLst>
                <a:gd name="T0" fmla="*/ 140 w 365"/>
                <a:gd name="T1" fmla="*/ 5 h 339"/>
                <a:gd name="T2" fmla="*/ 19 w 365"/>
                <a:gd name="T3" fmla="*/ 146 h 339"/>
                <a:gd name="T4" fmla="*/ 6 w 365"/>
                <a:gd name="T5" fmla="*/ 149 h 339"/>
                <a:gd name="T6" fmla="*/ 0 w 365"/>
                <a:gd name="T7" fmla="*/ 178 h 339"/>
                <a:gd name="T8" fmla="*/ 19 w 365"/>
                <a:gd name="T9" fmla="*/ 193 h 339"/>
                <a:gd name="T10" fmla="*/ 10 w 365"/>
                <a:gd name="T11" fmla="*/ 327 h 339"/>
                <a:gd name="T12" fmla="*/ 70 w 365"/>
                <a:gd name="T13" fmla="*/ 339 h 339"/>
                <a:gd name="T14" fmla="*/ 104 w 365"/>
                <a:gd name="T15" fmla="*/ 269 h 339"/>
                <a:gd name="T16" fmla="*/ 288 w 365"/>
                <a:gd name="T17" fmla="*/ 333 h 339"/>
                <a:gd name="T18" fmla="*/ 348 w 365"/>
                <a:gd name="T19" fmla="*/ 339 h 339"/>
                <a:gd name="T20" fmla="*/ 302 w 365"/>
                <a:gd name="T21" fmla="*/ 193 h 339"/>
                <a:gd name="T22" fmla="*/ 359 w 365"/>
                <a:gd name="T23" fmla="*/ 189 h 339"/>
                <a:gd name="T24" fmla="*/ 365 w 365"/>
                <a:gd name="T25" fmla="*/ 178 h 339"/>
                <a:gd name="T26" fmla="*/ 356 w 365"/>
                <a:gd name="T27" fmla="*/ 147 h 339"/>
                <a:gd name="T28" fmla="*/ 282 w 365"/>
                <a:gd name="T29" fmla="*/ 146 h 339"/>
                <a:gd name="T30" fmla="*/ 218 w 365"/>
                <a:gd name="T31" fmla="*/ 0 h 339"/>
                <a:gd name="T32" fmla="*/ 154 w 365"/>
                <a:gd name="T33" fmla="*/ 17 h 339"/>
                <a:gd name="T34" fmla="*/ 264 w 365"/>
                <a:gd name="T35" fmla="*/ 146 h 339"/>
                <a:gd name="T36" fmla="*/ 191 w 365"/>
                <a:gd name="T37" fmla="*/ 49 h 339"/>
                <a:gd name="T38" fmla="*/ 175 w 365"/>
                <a:gd name="T39" fmla="*/ 49 h 339"/>
                <a:gd name="T40" fmla="*/ 101 w 365"/>
                <a:gd name="T41" fmla="*/ 146 h 339"/>
                <a:gd name="T42" fmla="*/ 183 w 365"/>
                <a:gd name="T43" fmla="*/ 74 h 339"/>
                <a:gd name="T44" fmla="*/ 154 w 365"/>
                <a:gd name="T45" fmla="*/ 146 h 339"/>
                <a:gd name="T46" fmla="*/ 349 w 365"/>
                <a:gd name="T47" fmla="*/ 162 h 339"/>
                <a:gd name="T48" fmla="*/ 17 w 365"/>
                <a:gd name="T49" fmla="*/ 176 h 339"/>
                <a:gd name="T50" fmla="*/ 349 w 365"/>
                <a:gd name="T51" fmla="*/ 162 h 339"/>
                <a:gd name="T52" fmla="*/ 116 w 365"/>
                <a:gd name="T53" fmla="*/ 193 h 339"/>
                <a:gd name="T54" fmla="*/ 116 w 365"/>
                <a:gd name="T55" fmla="*/ 225 h 339"/>
                <a:gd name="T56" fmla="*/ 258 w 365"/>
                <a:gd name="T57" fmla="*/ 214 h 339"/>
                <a:gd name="T58" fmla="*/ 283 w 365"/>
                <a:gd name="T59" fmla="*/ 193 h 339"/>
                <a:gd name="T60" fmla="*/ 302 w 365"/>
                <a:gd name="T61" fmla="*/ 322 h 339"/>
                <a:gd name="T62" fmla="*/ 268 w 365"/>
                <a:gd name="T63" fmla="*/ 252 h 339"/>
                <a:gd name="T64" fmla="*/ 90 w 365"/>
                <a:gd name="T65" fmla="*/ 257 h 339"/>
                <a:gd name="T66" fmla="*/ 30 w 365"/>
                <a:gd name="T67" fmla="*/ 322 h 339"/>
                <a:gd name="T68" fmla="*/ 134 w 365"/>
                <a:gd name="T69" fmla="*/ 193 h 339"/>
                <a:gd name="T70" fmla="*/ 238 w 365"/>
                <a:gd name="T71" fmla="*/ 209 h 339"/>
                <a:gd name="T72" fmla="*/ 134 w 365"/>
                <a:gd name="T73" fmla="*/ 193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5" h="339">
                  <a:moveTo>
                    <a:pt x="148" y="0"/>
                  </a:moveTo>
                  <a:cubicBezTo>
                    <a:pt x="145" y="0"/>
                    <a:pt x="141" y="2"/>
                    <a:pt x="140" y="5"/>
                  </a:cubicBezTo>
                  <a:lnTo>
                    <a:pt x="83" y="146"/>
                  </a:lnTo>
                  <a:lnTo>
                    <a:pt x="19" y="146"/>
                  </a:lnTo>
                  <a:lnTo>
                    <a:pt x="19" y="146"/>
                  </a:lnTo>
                  <a:cubicBezTo>
                    <a:pt x="14" y="146"/>
                    <a:pt x="9" y="147"/>
                    <a:pt x="6" y="149"/>
                  </a:cubicBezTo>
                  <a:cubicBezTo>
                    <a:pt x="2" y="152"/>
                    <a:pt x="0" y="157"/>
                    <a:pt x="0" y="160"/>
                  </a:cubicBezTo>
                  <a:lnTo>
                    <a:pt x="0" y="178"/>
                  </a:lnTo>
                  <a:cubicBezTo>
                    <a:pt x="0" y="183"/>
                    <a:pt x="4" y="187"/>
                    <a:pt x="7" y="189"/>
                  </a:cubicBezTo>
                  <a:cubicBezTo>
                    <a:pt x="10" y="192"/>
                    <a:pt x="14" y="193"/>
                    <a:pt x="19" y="193"/>
                  </a:cubicBezTo>
                  <a:lnTo>
                    <a:pt x="64" y="193"/>
                  </a:lnTo>
                  <a:lnTo>
                    <a:pt x="10" y="327"/>
                  </a:lnTo>
                  <a:cubicBezTo>
                    <a:pt x="8" y="332"/>
                    <a:pt x="12" y="339"/>
                    <a:pt x="17" y="339"/>
                  </a:cubicBezTo>
                  <a:lnTo>
                    <a:pt x="70" y="339"/>
                  </a:lnTo>
                  <a:cubicBezTo>
                    <a:pt x="73" y="339"/>
                    <a:pt x="76" y="336"/>
                    <a:pt x="77" y="333"/>
                  </a:cubicBezTo>
                  <a:lnTo>
                    <a:pt x="104" y="269"/>
                  </a:lnTo>
                  <a:lnTo>
                    <a:pt x="262" y="269"/>
                  </a:lnTo>
                  <a:lnTo>
                    <a:pt x="288" y="333"/>
                  </a:lnTo>
                  <a:cubicBezTo>
                    <a:pt x="289" y="336"/>
                    <a:pt x="293" y="339"/>
                    <a:pt x="296" y="339"/>
                  </a:cubicBezTo>
                  <a:lnTo>
                    <a:pt x="348" y="339"/>
                  </a:lnTo>
                  <a:cubicBezTo>
                    <a:pt x="354" y="339"/>
                    <a:pt x="358" y="332"/>
                    <a:pt x="356" y="327"/>
                  </a:cubicBezTo>
                  <a:lnTo>
                    <a:pt x="302" y="193"/>
                  </a:lnTo>
                  <a:lnTo>
                    <a:pt x="347" y="193"/>
                  </a:lnTo>
                  <a:cubicBezTo>
                    <a:pt x="351" y="193"/>
                    <a:pt x="355" y="192"/>
                    <a:pt x="359" y="189"/>
                  </a:cubicBezTo>
                  <a:cubicBezTo>
                    <a:pt x="362" y="187"/>
                    <a:pt x="365" y="183"/>
                    <a:pt x="365" y="178"/>
                  </a:cubicBezTo>
                  <a:lnTo>
                    <a:pt x="365" y="178"/>
                  </a:lnTo>
                  <a:lnTo>
                    <a:pt x="365" y="160"/>
                  </a:lnTo>
                  <a:cubicBezTo>
                    <a:pt x="365" y="154"/>
                    <a:pt x="360" y="149"/>
                    <a:pt x="356" y="147"/>
                  </a:cubicBezTo>
                  <a:cubicBezTo>
                    <a:pt x="352" y="146"/>
                    <a:pt x="349" y="146"/>
                    <a:pt x="347" y="146"/>
                  </a:cubicBezTo>
                  <a:lnTo>
                    <a:pt x="282" y="146"/>
                  </a:lnTo>
                  <a:lnTo>
                    <a:pt x="225" y="5"/>
                  </a:lnTo>
                  <a:cubicBezTo>
                    <a:pt x="224" y="2"/>
                    <a:pt x="221" y="0"/>
                    <a:pt x="218" y="0"/>
                  </a:cubicBezTo>
                  <a:lnTo>
                    <a:pt x="148" y="0"/>
                  </a:lnTo>
                  <a:close/>
                  <a:moveTo>
                    <a:pt x="154" y="17"/>
                  </a:moveTo>
                  <a:lnTo>
                    <a:pt x="212" y="17"/>
                  </a:lnTo>
                  <a:lnTo>
                    <a:pt x="264" y="146"/>
                  </a:lnTo>
                  <a:lnTo>
                    <a:pt x="230" y="146"/>
                  </a:lnTo>
                  <a:lnTo>
                    <a:pt x="191" y="49"/>
                  </a:lnTo>
                  <a:cubicBezTo>
                    <a:pt x="189" y="46"/>
                    <a:pt x="186" y="43"/>
                    <a:pt x="183" y="43"/>
                  </a:cubicBezTo>
                  <a:cubicBezTo>
                    <a:pt x="179" y="43"/>
                    <a:pt x="176" y="46"/>
                    <a:pt x="175" y="49"/>
                  </a:cubicBezTo>
                  <a:lnTo>
                    <a:pt x="136" y="146"/>
                  </a:lnTo>
                  <a:lnTo>
                    <a:pt x="101" y="146"/>
                  </a:lnTo>
                  <a:lnTo>
                    <a:pt x="154" y="17"/>
                  </a:lnTo>
                  <a:close/>
                  <a:moveTo>
                    <a:pt x="183" y="74"/>
                  </a:moveTo>
                  <a:lnTo>
                    <a:pt x="212" y="146"/>
                  </a:lnTo>
                  <a:lnTo>
                    <a:pt x="154" y="146"/>
                  </a:lnTo>
                  <a:lnTo>
                    <a:pt x="183" y="74"/>
                  </a:lnTo>
                  <a:close/>
                  <a:moveTo>
                    <a:pt x="349" y="162"/>
                  </a:moveTo>
                  <a:lnTo>
                    <a:pt x="349" y="176"/>
                  </a:lnTo>
                  <a:lnTo>
                    <a:pt x="17" y="176"/>
                  </a:lnTo>
                  <a:lnTo>
                    <a:pt x="17" y="162"/>
                  </a:lnTo>
                  <a:cubicBezTo>
                    <a:pt x="133" y="162"/>
                    <a:pt x="249" y="162"/>
                    <a:pt x="349" y="162"/>
                  </a:cubicBezTo>
                  <a:close/>
                  <a:moveTo>
                    <a:pt x="82" y="193"/>
                  </a:moveTo>
                  <a:lnTo>
                    <a:pt x="116" y="193"/>
                  </a:lnTo>
                  <a:lnTo>
                    <a:pt x="108" y="214"/>
                  </a:lnTo>
                  <a:cubicBezTo>
                    <a:pt x="106" y="219"/>
                    <a:pt x="110" y="225"/>
                    <a:pt x="116" y="225"/>
                  </a:cubicBezTo>
                  <a:lnTo>
                    <a:pt x="250" y="225"/>
                  </a:lnTo>
                  <a:cubicBezTo>
                    <a:pt x="255" y="225"/>
                    <a:pt x="260" y="219"/>
                    <a:pt x="258" y="214"/>
                  </a:cubicBezTo>
                  <a:lnTo>
                    <a:pt x="249" y="193"/>
                  </a:lnTo>
                  <a:lnTo>
                    <a:pt x="283" y="193"/>
                  </a:lnTo>
                  <a:lnTo>
                    <a:pt x="336" y="322"/>
                  </a:lnTo>
                  <a:lnTo>
                    <a:pt x="302" y="322"/>
                  </a:lnTo>
                  <a:lnTo>
                    <a:pt x="275" y="257"/>
                  </a:lnTo>
                  <a:cubicBezTo>
                    <a:pt x="274" y="254"/>
                    <a:pt x="271" y="252"/>
                    <a:pt x="268" y="252"/>
                  </a:cubicBezTo>
                  <a:lnTo>
                    <a:pt x="98" y="252"/>
                  </a:lnTo>
                  <a:cubicBezTo>
                    <a:pt x="95" y="252"/>
                    <a:pt x="91" y="254"/>
                    <a:pt x="90" y="257"/>
                  </a:cubicBezTo>
                  <a:lnTo>
                    <a:pt x="64" y="322"/>
                  </a:lnTo>
                  <a:lnTo>
                    <a:pt x="30" y="322"/>
                  </a:lnTo>
                  <a:lnTo>
                    <a:pt x="82" y="193"/>
                  </a:lnTo>
                  <a:close/>
                  <a:moveTo>
                    <a:pt x="134" y="193"/>
                  </a:moveTo>
                  <a:lnTo>
                    <a:pt x="231" y="193"/>
                  </a:lnTo>
                  <a:lnTo>
                    <a:pt x="238" y="209"/>
                  </a:lnTo>
                  <a:lnTo>
                    <a:pt x="128" y="209"/>
                  </a:lnTo>
                  <a:lnTo>
                    <a:pt x="134" y="193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>
                <a:solidFill>
                  <a:srgbClr val="5F5F5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7" name="Underline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id="{181540D2-DD75-C9D8-6B3F-1B004E06E12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149160" y="3477683"/>
              <a:ext cx="119063" cy="133350"/>
            </a:xfrm>
            <a:custGeom>
              <a:avLst/>
              <a:gdLst>
                <a:gd name="T0" fmla="*/ 122 w 300"/>
                <a:gd name="T1" fmla="*/ 0 h 339"/>
                <a:gd name="T2" fmla="*/ 114 w 300"/>
                <a:gd name="T3" fmla="*/ 5 h 339"/>
                <a:gd name="T4" fmla="*/ 9 w 300"/>
                <a:gd name="T5" fmla="*/ 265 h 339"/>
                <a:gd name="T6" fmla="*/ 16 w 300"/>
                <a:gd name="T7" fmla="*/ 276 h 339"/>
                <a:gd name="T8" fmla="*/ 59 w 300"/>
                <a:gd name="T9" fmla="*/ 276 h 339"/>
                <a:gd name="T10" fmla="*/ 66 w 300"/>
                <a:gd name="T11" fmla="*/ 271 h 339"/>
                <a:gd name="T12" fmla="*/ 87 w 300"/>
                <a:gd name="T13" fmla="*/ 220 h 339"/>
                <a:gd name="T14" fmla="*/ 212 w 300"/>
                <a:gd name="T15" fmla="*/ 220 h 339"/>
                <a:gd name="T16" fmla="*/ 233 w 300"/>
                <a:gd name="T17" fmla="*/ 271 h 339"/>
                <a:gd name="T18" fmla="*/ 241 w 300"/>
                <a:gd name="T19" fmla="*/ 276 h 339"/>
                <a:gd name="T20" fmla="*/ 283 w 300"/>
                <a:gd name="T21" fmla="*/ 276 h 339"/>
                <a:gd name="T22" fmla="*/ 291 w 300"/>
                <a:gd name="T23" fmla="*/ 265 h 339"/>
                <a:gd name="T24" fmla="*/ 186 w 300"/>
                <a:gd name="T25" fmla="*/ 5 h 339"/>
                <a:gd name="T26" fmla="*/ 178 w 300"/>
                <a:gd name="T27" fmla="*/ 0 h 339"/>
                <a:gd name="T28" fmla="*/ 122 w 300"/>
                <a:gd name="T29" fmla="*/ 0 h 339"/>
                <a:gd name="T30" fmla="*/ 127 w 300"/>
                <a:gd name="T31" fmla="*/ 17 h 339"/>
                <a:gd name="T32" fmla="*/ 172 w 300"/>
                <a:gd name="T33" fmla="*/ 17 h 339"/>
                <a:gd name="T34" fmla="*/ 271 w 300"/>
                <a:gd name="T35" fmla="*/ 259 h 339"/>
                <a:gd name="T36" fmla="*/ 247 w 300"/>
                <a:gd name="T37" fmla="*/ 259 h 339"/>
                <a:gd name="T38" fmla="*/ 226 w 300"/>
                <a:gd name="T39" fmla="*/ 209 h 339"/>
                <a:gd name="T40" fmla="*/ 218 w 300"/>
                <a:gd name="T41" fmla="*/ 203 h 339"/>
                <a:gd name="T42" fmla="*/ 81 w 300"/>
                <a:gd name="T43" fmla="*/ 203 h 339"/>
                <a:gd name="T44" fmla="*/ 74 w 300"/>
                <a:gd name="T45" fmla="*/ 209 h 339"/>
                <a:gd name="T46" fmla="*/ 53 w 300"/>
                <a:gd name="T47" fmla="*/ 259 h 339"/>
                <a:gd name="T48" fmla="*/ 29 w 300"/>
                <a:gd name="T49" fmla="*/ 259 h 339"/>
                <a:gd name="T50" fmla="*/ 127 w 300"/>
                <a:gd name="T51" fmla="*/ 17 h 339"/>
                <a:gd name="T52" fmla="*/ 150 w 300"/>
                <a:gd name="T53" fmla="*/ 35 h 339"/>
                <a:gd name="T54" fmla="*/ 142 w 300"/>
                <a:gd name="T55" fmla="*/ 40 h 339"/>
                <a:gd name="T56" fmla="*/ 88 w 300"/>
                <a:gd name="T57" fmla="*/ 174 h 339"/>
                <a:gd name="T58" fmla="*/ 96 w 300"/>
                <a:gd name="T59" fmla="*/ 185 h 339"/>
                <a:gd name="T60" fmla="*/ 204 w 300"/>
                <a:gd name="T61" fmla="*/ 185 h 339"/>
                <a:gd name="T62" fmla="*/ 212 w 300"/>
                <a:gd name="T63" fmla="*/ 174 h 339"/>
                <a:gd name="T64" fmla="*/ 158 w 300"/>
                <a:gd name="T65" fmla="*/ 40 h 339"/>
                <a:gd name="T66" fmla="*/ 150 w 300"/>
                <a:gd name="T67" fmla="*/ 35 h 339"/>
                <a:gd name="T68" fmla="*/ 150 w 300"/>
                <a:gd name="T69" fmla="*/ 66 h 339"/>
                <a:gd name="T70" fmla="*/ 191 w 300"/>
                <a:gd name="T71" fmla="*/ 168 h 339"/>
                <a:gd name="T72" fmla="*/ 108 w 300"/>
                <a:gd name="T73" fmla="*/ 168 h 339"/>
                <a:gd name="T74" fmla="*/ 150 w 300"/>
                <a:gd name="T75" fmla="*/ 66 h 339"/>
                <a:gd name="T76" fmla="*/ 16 w 300"/>
                <a:gd name="T77" fmla="*/ 292 h 339"/>
                <a:gd name="T78" fmla="*/ 16 w 300"/>
                <a:gd name="T79" fmla="*/ 292 h 339"/>
                <a:gd name="T80" fmla="*/ 4 w 300"/>
                <a:gd name="T81" fmla="*/ 296 h 339"/>
                <a:gd name="T82" fmla="*/ 0 w 300"/>
                <a:gd name="T83" fmla="*/ 306 h 339"/>
                <a:gd name="T84" fmla="*/ 0 w 300"/>
                <a:gd name="T85" fmla="*/ 324 h 339"/>
                <a:gd name="T86" fmla="*/ 5 w 300"/>
                <a:gd name="T87" fmla="*/ 335 h 339"/>
                <a:gd name="T88" fmla="*/ 16 w 300"/>
                <a:gd name="T89" fmla="*/ 339 h 339"/>
                <a:gd name="T90" fmla="*/ 283 w 300"/>
                <a:gd name="T91" fmla="*/ 339 h 339"/>
                <a:gd name="T92" fmla="*/ 294 w 300"/>
                <a:gd name="T93" fmla="*/ 335 h 339"/>
                <a:gd name="T94" fmla="*/ 300 w 300"/>
                <a:gd name="T95" fmla="*/ 324 h 339"/>
                <a:gd name="T96" fmla="*/ 300 w 300"/>
                <a:gd name="T97" fmla="*/ 324 h 339"/>
                <a:gd name="T98" fmla="*/ 300 w 300"/>
                <a:gd name="T99" fmla="*/ 306 h 339"/>
                <a:gd name="T100" fmla="*/ 293 w 300"/>
                <a:gd name="T101" fmla="*/ 295 h 339"/>
                <a:gd name="T102" fmla="*/ 283 w 300"/>
                <a:gd name="T103" fmla="*/ 292 h 339"/>
                <a:gd name="T104" fmla="*/ 16 w 300"/>
                <a:gd name="T105" fmla="*/ 292 h 339"/>
                <a:gd name="T106" fmla="*/ 16 w 300"/>
                <a:gd name="T107" fmla="*/ 309 h 339"/>
                <a:gd name="T108" fmla="*/ 283 w 300"/>
                <a:gd name="T109" fmla="*/ 309 h 339"/>
                <a:gd name="T110" fmla="*/ 283 w 300"/>
                <a:gd name="T111" fmla="*/ 309 h 339"/>
                <a:gd name="T112" fmla="*/ 283 w 300"/>
                <a:gd name="T113" fmla="*/ 322 h 339"/>
                <a:gd name="T114" fmla="*/ 16 w 300"/>
                <a:gd name="T115" fmla="*/ 322 h 339"/>
                <a:gd name="T116" fmla="*/ 16 w 300"/>
                <a:gd name="T117" fmla="*/ 309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00" h="339">
                  <a:moveTo>
                    <a:pt x="122" y="0"/>
                  </a:moveTo>
                  <a:cubicBezTo>
                    <a:pt x="118" y="0"/>
                    <a:pt x="115" y="2"/>
                    <a:pt x="114" y="5"/>
                  </a:cubicBezTo>
                  <a:lnTo>
                    <a:pt x="9" y="265"/>
                  </a:lnTo>
                  <a:cubicBezTo>
                    <a:pt x="7" y="270"/>
                    <a:pt x="11" y="276"/>
                    <a:pt x="16" y="276"/>
                  </a:cubicBezTo>
                  <a:lnTo>
                    <a:pt x="59" y="276"/>
                  </a:lnTo>
                  <a:cubicBezTo>
                    <a:pt x="62" y="276"/>
                    <a:pt x="65" y="274"/>
                    <a:pt x="66" y="271"/>
                  </a:cubicBezTo>
                  <a:lnTo>
                    <a:pt x="87" y="220"/>
                  </a:lnTo>
                  <a:lnTo>
                    <a:pt x="212" y="220"/>
                  </a:lnTo>
                  <a:lnTo>
                    <a:pt x="233" y="271"/>
                  </a:lnTo>
                  <a:cubicBezTo>
                    <a:pt x="234" y="274"/>
                    <a:pt x="238" y="276"/>
                    <a:pt x="241" y="276"/>
                  </a:cubicBezTo>
                  <a:lnTo>
                    <a:pt x="283" y="276"/>
                  </a:lnTo>
                  <a:cubicBezTo>
                    <a:pt x="288" y="276"/>
                    <a:pt x="293" y="270"/>
                    <a:pt x="291" y="265"/>
                  </a:cubicBezTo>
                  <a:lnTo>
                    <a:pt x="186" y="5"/>
                  </a:lnTo>
                  <a:cubicBezTo>
                    <a:pt x="184" y="2"/>
                    <a:pt x="181" y="0"/>
                    <a:pt x="178" y="0"/>
                  </a:cubicBezTo>
                  <a:lnTo>
                    <a:pt x="122" y="0"/>
                  </a:lnTo>
                  <a:close/>
                  <a:moveTo>
                    <a:pt x="127" y="17"/>
                  </a:moveTo>
                  <a:lnTo>
                    <a:pt x="172" y="17"/>
                  </a:lnTo>
                  <a:lnTo>
                    <a:pt x="271" y="259"/>
                  </a:lnTo>
                  <a:lnTo>
                    <a:pt x="247" y="259"/>
                  </a:lnTo>
                  <a:lnTo>
                    <a:pt x="226" y="209"/>
                  </a:lnTo>
                  <a:cubicBezTo>
                    <a:pt x="225" y="206"/>
                    <a:pt x="221" y="203"/>
                    <a:pt x="218" y="203"/>
                  </a:cubicBezTo>
                  <a:lnTo>
                    <a:pt x="81" y="203"/>
                  </a:lnTo>
                  <a:cubicBezTo>
                    <a:pt x="78" y="203"/>
                    <a:pt x="75" y="206"/>
                    <a:pt x="74" y="209"/>
                  </a:cubicBezTo>
                  <a:lnTo>
                    <a:pt x="53" y="259"/>
                  </a:lnTo>
                  <a:lnTo>
                    <a:pt x="29" y="259"/>
                  </a:lnTo>
                  <a:lnTo>
                    <a:pt x="127" y="17"/>
                  </a:lnTo>
                  <a:close/>
                  <a:moveTo>
                    <a:pt x="150" y="35"/>
                  </a:moveTo>
                  <a:cubicBezTo>
                    <a:pt x="146" y="35"/>
                    <a:pt x="143" y="37"/>
                    <a:pt x="142" y="40"/>
                  </a:cubicBezTo>
                  <a:lnTo>
                    <a:pt x="88" y="174"/>
                  </a:lnTo>
                  <a:cubicBezTo>
                    <a:pt x="86" y="179"/>
                    <a:pt x="90" y="185"/>
                    <a:pt x="96" y="185"/>
                  </a:cubicBezTo>
                  <a:lnTo>
                    <a:pt x="204" y="185"/>
                  </a:lnTo>
                  <a:cubicBezTo>
                    <a:pt x="209" y="185"/>
                    <a:pt x="214" y="179"/>
                    <a:pt x="212" y="174"/>
                  </a:cubicBezTo>
                  <a:lnTo>
                    <a:pt x="158" y="40"/>
                  </a:lnTo>
                  <a:cubicBezTo>
                    <a:pt x="156" y="37"/>
                    <a:pt x="153" y="35"/>
                    <a:pt x="150" y="35"/>
                  </a:cubicBezTo>
                  <a:close/>
                  <a:moveTo>
                    <a:pt x="150" y="66"/>
                  </a:moveTo>
                  <a:lnTo>
                    <a:pt x="191" y="168"/>
                  </a:lnTo>
                  <a:lnTo>
                    <a:pt x="108" y="168"/>
                  </a:lnTo>
                  <a:lnTo>
                    <a:pt x="150" y="66"/>
                  </a:lnTo>
                  <a:close/>
                  <a:moveTo>
                    <a:pt x="16" y="292"/>
                  </a:moveTo>
                  <a:lnTo>
                    <a:pt x="16" y="292"/>
                  </a:lnTo>
                  <a:cubicBezTo>
                    <a:pt x="12" y="292"/>
                    <a:pt x="8" y="293"/>
                    <a:pt x="4" y="296"/>
                  </a:cubicBezTo>
                  <a:cubicBezTo>
                    <a:pt x="1" y="299"/>
                    <a:pt x="0" y="303"/>
                    <a:pt x="0" y="306"/>
                  </a:cubicBezTo>
                  <a:lnTo>
                    <a:pt x="0" y="324"/>
                  </a:lnTo>
                  <a:cubicBezTo>
                    <a:pt x="0" y="329"/>
                    <a:pt x="2" y="332"/>
                    <a:pt x="5" y="335"/>
                  </a:cubicBezTo>
                  <a:cubicBezTo>
                    <a:pt x="8" y="337"/>
                    <a:pt x="12" y="339"/>
                    <a:pt x="16" y="339"/>
                  </a:cubicBezTo>
                  <a:lnTo>
                    <a:pt x="283" y="339"/>
                  </a:lnTo>
                  <a:cubicBezTo>
                    <a:pt x="287" y="339"/>
                    <a:pt x="291" y="337"/>
                    <a:pt x="294" y="335"/>
                  </a:cubicBezTo>
                  <a:cubicBezTo>
                    <a:pt x="297" y="332"/>
                    <a:pt x="300" y="329"/>
                    <a:pt x="300" y="324"/>
                  </a:cubicBezTo>
                  <a:lnTo>
                    <a:pt x="300" y="324"/>
                  </a:lnTo>
                  <a:lnTo>
                    <a:pt x="300" y="306"/>
                  </a:lnTo>
                  <a:cubicBezTo>
                    <a:pt x="299" y="301"/>
                    <a:pt x="296" y="297"/>
                    <a:pt x="293" y="295"/>
                  </a:cubicBezTo>
                  <a:cubicBezTo>
                    <a:pt x="290" y="293"/>
                    <a:pt x="286" y="292"/>
                    <a:pt x="283" y="292"/>
                  </a:cubicBezTo>
                  <a:lnTo>
                    <a:pt x="16" y="292"/>
                  </a:lnTo>
                  <a:close/>
                  <a:moveTo>
                    <a:pt x="16" y="309"/>
                  </a:moveTo>
                  <a:lnTo>
                    <a:pt x="283" y="309"/>
                  </a:lnTo>
                  <a:lnTo>
                    <a:pt x="283" y="309"/>
                  </a:lnTo>
                  <a:lnTo>
                    <a:pt x="283" y="322"/>
                  </a:lnTo>
                  <a:lnTo>
                    <a:pt x="16" y="322"/>
                  </a:lnTo>
                  <a:lnTo>
                    <a:pt x="16" y="309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>
                <a:solidFill>
                  <a:srgbClr val="5F5F5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8" name="Italic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id="{1F4316BB-61EE-B3E4-22E6-7DAE2A9920D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09552" y="3477683"/>
              <a:ext cx="136525" cy="133350"/>
            </a:xfrm>
            <a:custGeom>
              <a:avLst/>
              <a:gdLst>
                <a:gd name="T0" fmla="*/ 272 w 345"/>
                <a:gd name="T1" fmla="*/ 0 h 339"/>
                <a:gd name="T2" fmla="*/ 265 w 345"/>
                <a:gd name="T3" fmla="*/ 3 h 339"/>
                <a:gd name="T4" fmla="*/ 4 w 345"/>
                <a:gd name="T5" fmla="*/ 325 h 339"/>
                <a:gd name="T6" fmla="*/ 11 w 345"/>
                <a:gd name="T7" fmla="*/ 339 h 339"/>
                <a:gd name="T8" fmla="*/ 67 w 345"/>
                <a:gd name="T9" fmla="*/ 339 h 339"/>
                <a:gd name="T10" fmla="*/ 74 w 345"/>
                <a:gd name="T11" fmla="*/ 335 h 339"/>
                <a:gd name="T12" fmla="*/ 128 w 345"/>
                <a:gd name="T13" fmla="*/ 269 h 339"/>
                <a:gd name="T14" fmla="*/ 285 w 345"/>
                <a:gd name="T15" fmla="*/ 269 h 339"/>
                <a:gd name="T16" fmla="*/ 285 w 345"/>
                <a:gd name="T17" fmla="*/ 330 h 339"/>
                <a:gd name="T18" fmla="*/ 293 w 345"/>
                <a:gd name="T19" fmla="*/ 339 h 339"/>
                <a:gd name="T20" fmla="*/ 337 w 345"/>
                <a:gd name="T21" fmla="*/ 339 h 339"/>
                <a:gd name="T22" fmla="*/ 345 w 345"/>
                <a:gd name="T23" fmla="*/ 330 h 339"/>
                <a:gd name="T24" fmla="*/ 345 w 345"/>
                <a:gd name="T25" fmla="*/ 8 h 339"/>
                <a:gd name="T26" fmla="*/ 337 w 345"/>
                <a:gd name="T27" fmla="*/ 0 h 339"/>
                <a:gd name="T28" fmla="*/ 272 w 345"/>
                <a:gd name="T29" fmla="*/ 0 h 339"/>
                <a:gd name="T30" fmla="*/ 276 w 345"/>
                <a:gd name="T31" fmla="*/ 17 h 339"/>
                <a:gd name="T32" fmla="*/ 329 w 345"/>
                <a:gd name="T33" fmla="*/ 17 h 339"/>
                <a:gd name="T34" fmla="*/ 329 w 345"/>
                <a:gd name="T35" fmla="*/ 322 h 339"/>
                <a:gd name="T36" fmla="*/ 302 w 345"/>
                <a:gd name="T37" fmla="*/ 322 h 339"/>
                <a:gd name="T38" fmla="*/ 302 w 345"/>
                <a:gd name="T39" fmla="*/ 261 h 339"/>
                <a:gd name="T40" fmla="*/ 293 w 345"/>
                <a:gd name="T41" fmla="*/ 252 h 339"/>
                <a:gd name="T42" fmla="*/ 124 w 345"/>
                <a:gd name="T43" fmla="*/ 252 h 339"/>
                <a:gd name="T44" fmla="*/ 117 w 345"/>
                <a:gd name="T45" fmla="*/ 255 h 339"/>
                <a:gd name="T46" fmla="*/ 63 w 345"/>
                <a:gd name="T47" fmla="*/ 322 h 339"/>
                <a:gd name="T48" fmla="*/ 28 w 345"/>
                <a:gd name="T49" fmla="*/ 322 h 339"/>
                <a:gd name="T50" fmla="*/ 276 w 345"/>
                <a:gd name="T51" fmla="*/ 17 h 339"/>
                <a:gd name="T52" fmla="*/ 293 w 345"/>
                <a:gd name="T53" fmla="*/ 43 h 339"/>
                <a:gd name="T54" fmla="*/ 287 w 345"/>
                <a:gd name="T55" fmla="*/ 46 h 339"/>
                <a:gd name="T56" fmla="*/ 152 w 345"/>
                <a:gd name="T57" fmla="*/ 212 h 339"/>
                <a:gd name="T58" fmla="*/ 159 w 345"/>
                <a:gd name="T59" fmla="*/ 225 h 339"/>
                <a:gd name="T60" fmla="*/ 293 w 345"/>
                <a:gd name="T61" fmla="*/ 225 h 339"/>
                <a:gd name="T62" fmla="*/ 302 w 345"/>
                <a:gd name="T63" fmla="*/ 217 h 339"/>
                <a:gd name="T64" fmla="*/ 302 w 345"/>
                <a:gd name="T65" fmla="*/ 52 h 339"/>
                <a:gd name="T66" fmla="*/ 293 w 345"/>
                <a:gd name="T67" fmla="*/ 43 h 339"/>
                <a:gd name="T68" fmla="*/ 285 w 345"/>
                <a:gd name="T69" fmla="*/ 75 h 339"/>
                <a:gd name="T70" fmla="*/ 285 w 345"/>
                <a:gd name="T71" fmla="*/ 209 h 339"/>
                <a:gd name="T72" fmla="*/ 177 w 345"/>
                <a:gd name="T73" fmla="*/ 209 h 339"/>
                <a:gd name="T74" fmla="*/ 285 w 345"/>
                <a:gd name="T75" fmla="*/ 75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45" h="339">
                  <a:moveTo>
                    <a:pt x="272" y="0"/>
                  </a:moveTo>
                  <a:cubicBezTo>
                    <a:pt x="269" y="0"/>
                    <a:pt x="267" y="1"/>
                    <a:pt x="265" y="3"/>
                  </a:cubicBezTo>
                  <a:lnTo>
                    <a:pt x="4" y="325"/>
                  </a:lnTo>
                  <a:cubicBezTo>
                    <a:pt x="0" y="330"/>
                    <a:pt x="4" y="339"/>
                    <a:pt x="11" y="339"/>
                  </a:cubicBezTo>
                  <a:lnTo>
                    <a:pt x="67" y="339"/>
                  </a:lnTo>
                  <a:cubicBezTo>
                    <a:pt x="70" y="339"/>
                    <a:pt x="72" y="337"/>
                    <a:pt x="74" y="335"/>
                  </a:cubicBezTo>
                  <a:lnTo>
                    <a:pt x="128" y="269"/>
                  </a:lnTo>
                  <a:lnTo>
                    <a:pt x="285" y="269"/>
                  </a:lnTo>
                  <a:lnTo>
                    <a:pt x="285" y="330"/>
                  </a:lnTo>
                  <a:cubicBezTo>
                    <a:pt x="285" y="335"/>
                    <a:pt x="289" y="339"/>
                    <a:pt x="293" y="339"/>
                  </a:cubicBezTo>
                  <a:lnTo>
                    <a:pt x="337" y="339"/>
                  </a:lnTo>
                  <a:cubicBezTo>
                    <a:pt x="341" y="339"/>
                    <a:pt x="345" y="335"/>
                    <a:pt x="345" y="330"/>
                  </a:cubicBezTo>
                  <a:lnTo>
                    <a:pt x="345" y="8"/>
                  </a:lnTo>
                  <a:cubicBezTo>
                    <a:pt x="345" y="4"/>
                    <a:pt x="341" y="0"/>
                    <a:pt x="337" y="0"/>
                  </a:cubicBezTo>
                  <a:lnTo>
                    <a:pt x="272" y="0"/>
                  </a:lnTo>
                  <a:close/>
                  <a:moveTo>
                    <a:pt x="276" y="17"/>
                  </a:moveTo>
                  <a:lnTo>
                    <a:pt x="329" y="17"/>
                  </a:lnTo>
                  <a:lnTo>
                    <a:pt x="329" y="322"/>
                  </a:lnTo>
                  <a:lnTo>
                    <a:pt x="302" y="322"/>
                  </a:lnTo>
                  <a:lnTo>
                    <a:pt x="302" y="261"/>
                  </a:lnTo>
                  <a:cubicBezTo>
                    <a:pt x="302" y="256"/>
                    <a:pt x="298" y="252"/>
                    <a:pt x="293" y="252"/>
                  </a:cubicBezTo>
                  <a:lnTo>
                    <a:pt x="124" y="252"/>
                  </a:lnTo>
                  <a:cubicBezTo>
                    <a:pt x="121" y="252"/>
                    <a:pt x="119" y="253"/>
                    <a:pt x="117" y="255"/>
                  </a:cubicBezTo>
                  <a:lnTo>
                    <a:pt x="63" y="322"/>
                  </a:lnTo>
                  <a:lnTo>
                    <a:pt x="28" y="322"/>
                  </a:lnTo>
                  <a:lnTo>
                    <a:pt x="276" y="17"/>
                  </a:lnTo>
                  <a:close/>
                  <a:moveTo>
                    <a:pt x="293" y="43"/>
                  </a:moveTo>
                  <a:cubicBezTo>
                    <a:pt x="291" y="43"/>
                    <a:pt x="288" y="45"/>
                    <a:pt x="287" y="46"/>
                  </a:cubicBezTo>
                  <a:lnTo>
                    <a:pt x="152" y="212"/>
                  </a:lnTo>
                  <a:cubicBezTo>
                    <a:pt x="148" y="217"/>
                    <a:pt x="153" y="225"/>
                    <a:pt x="159" y="225"/>
                  </a:cubicBezTo>
                  <a:lnTo>
                    <a:pt x="293" y="225"/>
                  </a:lnTo>
                  <a:cubicBezTo>
                    <a:pt x="298" y="225"/>
                    <a:pt x="302" y="221"/>
                    <a:pt x="302" y="217"/>
                  </a:cubicBezTo>
                  <a:lnTo>
                    <a:pt x="302" y="52"/>
                  </a:lnTo>
                  <a:cubicBezTo>
                    <a:pt x="302" y="47"/>
                    <a:pt x="298" y="43"/>
                    <a:pt x="293" y="43"/>
                  </a:cubicBezTo>
                  <a:close/>
                  <a:moveTo>
                    <a:pt x="285" y="75"/>
                  </a:moveTo>
                  <a:lnTo>
                    <a:pt x="285" y="209"/>
                  </a:lnTo>
                  <a:lnTo>
                    <a:pt x="177" y="209"/>
                  </a:lnTo>
                  <a:lnTo>
                    <a:pt x="285" y="75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>
                <a:solidFill>
                  <a:srgbClr val="5F5F5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9" name="Bold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id="{E15BF960-9AE2-C33E-32A1-E25AEC80BD6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654069" y="3477683"/>
              <a:ext cx="152400" cy="133350"/>
            </a:xfrm>
            <a:custGeom>
              <a:avLst/>
              <a:gdLst>
                <a:gd name="T0" fmla="*/ 141 w 387"/>
                <a:gd name="T1" fmla="*/ 0 h 339"/>
                <a:gd name="T2" fmla="*/ 134 w 387"/>
                <a:gd name="T3" fmla="*/ 5 h 339"/>
                <a:gd name="T4" fmla="*/ 3 w 387"/>
                <a:gd name="T5" fmla="*/ 327 h 339"/>
                <a:gd name="T6" fmla="*/ 10 w 387"/>
                <a:gd name="T7" fmla="*/ 339 h 339"/>
                <a:gd name="T8" fmla="*/ 98 w 387"/>
                <a:gd name="T9" fmla="*/ 339 h 339"/>
                <a:gd name="T10" fmla="*/ 106 w 387"/>
                <a:gd name="T11" fmla="*/ 333 h 339"/>
                <a:gd name="T12" fmla="*/ 123 w 387"/>
                <a:gd name="T13" fmla="*/ 286 h 339"/>
                <a:gd name="T14" fmla="*/ 264 w 387"/>
                <a:gd name="T15" fmla="*/ 286 h 339"/>
                <a:gd name="T16" fmla="*/ 282 w 387"/>
                <a:gd name="T17" fmla="*/ 333 h 339"/>
                <a:gd name="T18" fmla="*/ 290 w 387"/>
                <a:gd name="T19" fmla="*/ 339 h 339"/>
                <a:gd name="T20" fmla="*/ 377 w 387"/>
                <a:gd name="T21" fmla="*/ 339 h 339"/>
                <a:gd name="T22" fmla="*/ 385 w 387"/>
                <a:gd name="T23" fmla="*/ 327 h 339"/>
                <a:gd name="T24" fmla="*/ 254 w 387"/>
                <a:gd name="T25" fmla="*/ 5 h 339"/>
                <a:gd name="T26" fmla="*/ 246 w 387"/>
                <a:gd name="T27" fmla="*/ 0 h 339"/>
                <a:gd name="T28" fmla="*/ 141 w 387"/>
                <a:gd name="T29" fmla="*/ 0 h 339"/>
                <a:gd name="T30" fmla="*/ 147 w 387"/>
                <a:gd name="T31" fmla="*/ 17 h 339"/>
                <a:gd name="T32" fmla="*/ 241 w 387"/>
                <a:gd name="T33" fmla="*/ 17 h 339"/>
                <a:gd name="T34" fmla="*/ 365 w 387"/>
                <a:gd name="T35" fmla="*/ 322 h 339"/>
                <a:gd name="T36" fmla="*/ 296 w 387"/>
                <a:gd name="T37" fmla="*/ 322 h 339"/>
                <a:gd name="T38" fmla="*/ 278 w 387"/>
                <a:gd name="T39" fmla="*/ 275 h 339"/>
                <a:gd name="T40" fmla="*/ 270 w 387"/>
                <a:gd name="T41" fmla="*/ 270 h 339"/>
                <a:gd name="T42" fmla="*/ 117 w 387"/>
                <a:gd name="T43" fmla="*/ 270 h 339"/>
                <a:gd name="T44" fmla="*/ 109 w 387"/>
                <a:gd name="T45" fmla="*/ 275 h 339"/>
                <a:gd name="T46" fmla="*/ 92 w 387"/>
                <a:gd name="T47" fmla="*/ 322 h 339"/>
                <a:gd name="T48" fmla="*/ 23 w 387"/>
                <a:gd name="T49" fmla="*/ 322 h 339"/>
                <a:gd name="T50" fmla="*/ 147 w 387"/>
                <a:gd name="T51" fmla="*/ 17 h 339"/>
                <a:gd name="T52" fmla="*/ 194 w 387"/>
                <a:gd name="T53" fmla="*/ 74 h 339"/>
                <a:gd name="T54" fmla="*/ 186 w 387"/>
                <a:gd name="T55" fmla="*/ 79 h 339"/>
                <a:gd name="T56" fmla="*/ 137 w 387"/>
                <a:gd name="T57" fmla="*/ 205 h 339"/>
                <a:gd name="T58" fmla="*/ 145 w 387"/>
                <a:gd name="T59" fmla="*/ 217 h 339"/>
                <a:gd name="T60" fmla="*/ 243 w 387"/>
                <a:gd name="T61" fmla="*/ 217 h 339"/>
                <a:gd name="T62" fmla="*/ 250 w 387"/>
                <a:gd name="T63" fmla="*/ 205 h 339"/>
                <a:gd name="T64" fmla="*/ 202 w 387"/>
                <a:gd name="T65" fmla="*/ 79 h 339"/>
                <a:gd name="T66" fmla="*/ 194 w 387"/>
                <a:gd name="T67" fmla="*/ 74 h 339"/>
                <a:gd name="T68" fmla="*/ 194 w 387"/>
                <a:gd name="T69" fmla="*/ 105 h 339"/>
                <a:gd name="T70" fmla="*/ 230 w 387"/>
                <a:gd name="T71" fmla="*/ 200 h 339"/>
                <a:gd name="T72" fmla="*/ 157 w 387"/>
                <a:gd name="T73" fmla="*/ 200 h 339"/>
                <a:gd name="T74" fmla="*/ 194 w 387"/>
                <a:gd name="T75" fmla="*/ 105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87" h="339">
                  <a:moveTo>
                    <a:pt x="141" y="0"/>
                  </a:moveTo>
                  <a:cubicBezTo>
                    <a:pt x="138" y="0"/>
                    <a:pt x="135" y="2"/>
                    <a:pt x="134" y="5"/>
                  </a:cubicBezTo>
                  <a:lnTo>
                    <a:pt x="3" y="327"/>
                  </a:lnTo>
                  <a:cubicBezTo>
                    <a:pt x="0" y="332"/>
                    <a:pt x="5" y="339"/>
                    <a:pt x="10" y="339"/>
                  </a:cubicBezTo>
                  <a:lnTo>
                    <a:pt x="98" y="339"/>
                  </a:lnTo>
                  <a:cubicBezTo>
                    <a:pt x="101" y="339"/>
                    <a:pt x="104" y="336"/>
                    <a:pt x="106" y="333"/>
                  </a:cubicBezTo>
                  <a:lnTo>
                    <a:pt x="123" y="286"/>
                  </a:lnTo>
                  <a:lnTo>
                    <a:pt x="264" y="286"/>
                  </a:lnTo>
                  <a:lnTo>
                    <a:pt x="282" y="333"/>
                  </a:lnTo>
                  <a:cubicBezTo>
                    <a:pt x="283" y="336"/>
                    <a:pt x="287" y="339"/>
                    <a:pt x="290" y="339"/>
                  </a:cubicBezTo>
                  <a:lnTo>
                    <a:pt x="377" y="339"/>
                  </a:lnTo>
                  <a:cubicBezTo>
                    <a:pt x="383" y="339"/>
                    <a:pt x="387" y="332"/>
                    <a:pt x="385" y="327"/>
                  </a:cubicBezTo>
                  <a:lnTo>
                    <a:pt x="254" y="5"/>
                  </a:lnTo>
                  <a:cubicBezTo>
                    <a:pt x="253" y="2"/>
                    <a:pt x="250" y="0"/>
                    <a:pt x="246" y="0"/>
                  </a:cubicBezTo>
                  <a:lnTo>
                    <a:pt x="141" y="0"/>
                  </a:lnTo>
                  <a:close/>
                  <a:moveTo>
                    <a:pt x="147" y="17"/>
                  </a:moveTo>
                  <a:lnTo>
                    <a:pt x="241" y="17"/>
                  </a:lnTo>
                  <a:lnTo>
                    <a:pt x="365" y="322"/>
                  </a:lnTo>
                  <a:lnTo>
                    <a:pt x="296" y="322"/>
                  </a:lnTo>
                  <a:lnTo>
                    <a:pt x="278" y="275"/>
                  </a:lnTo>
                  <a:cubicBezTo>
                    <a:pt x="277" y="272"/>
                    <a:pt x="273" y="270"/>
                    <a:pt x="270" y="270"/>
                  </a:cubicBezTo>
                  <a:lnTo>
                    <a:pt x="117" y="270"/>
                  </a:lnTo>
                  <a:cubicBezTo>
                    <a:pt x="114" y="270"/>
                    <a:pt x="110" y="272"/>
                    <a:pt x="109" y="275"/>
                  </a:cubicBezTo>
                  <a:lnTo>
                    <a:pt x="92" y="322"/>
                  </a:lnTo>
                  <a:lnTo>
                    <a:pt x="23" y="322"/>
                  </a:lnTo>
                  <a:lnTo>
                    <a:pt x="147" y="17"/>
                  </a:lnTo>
                  <a:close/>
                  <a:moveTo>
                    <a:pt x="194" y="74"/>
                  </a:moveTo>
                  <a:cubicBezTo>
                    <a:pt x="190" y="74"/>
                    <a:pt x="187" y="76"/>
                    <a:pt x="186" y="79"/>
                  </a:cubicBezTo>
                  <a:lnTo>
                    <a:pt x="137" y="205"/>
                  </a:lnTo>
                  <a:cubicBezTo>
                    <a:pt x="135" y="210"/>
                    <a:pt x="139" y="217"/>
                    <a:pt x="145" y="217"/>
                  </a:cubicBezTo>
                  <a:lnTo>
                    <a:pt x="243" y="217"/>
                  </a:lnTo>
                  <a:cubicBezTo>
                    <a:pt x="248" y="217"/>
                    <a:pt x="252" y="210"/>
                    <a:pt x="250" y="205"/>
                  </a:cubicBezTo>
                  <a:lnTo>
                    <a:pt x="202" y="79"/>
                  </a:lnTo>
                  <a:cubicBezTo>
                    <a:pt x="200" y="76"/>
                    <a:pt x="197" y="74"/>
                    <a:pt x="194" y="74"/>
                  </a:cubicBezTo>
                  <a:close/>
                  <a:moveTo>
                    <a:pt x="194" y="105"/>
                  </a:moveTo>
                  <a:lnTo>
                    <a:pt x="230" y="200"/>
                  </a:lnTo>
                  <a:lnTo>
                    <a:pt x="157" y="200"/>
                  </a:lnTo>
                  <a:lnTo>
                    <a:pt x="194" y="105"/>
                  </a:lnTo>
                  <a:close/>
                </a:path>
              </a:pathLst>
            </a:custGeom>
            <a:solidFill>
              <a:srgbClr val="80808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>
                <a:solidFill>
                  <a:srgbClr val="5F5F5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20" name="Separator 1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id="{6ADE00F9-5263-06CE-45D9-ED10711A7BF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50986" y="3447472"/>
              <a:ext cx="0" cy="193772"/>
            </a:xfrm>
            <a:prstGeom prst="line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" name="Splitter Grip" descr="&lt;Tags&gt;&lt;SMARTRESIZEANCHORS&gt;None,None,None,None&lt;/SMARTRESIZEANCHORS&gt;&lt;/Tags&gt;">
              <a:extLst>
                <a:ext uri="{FF2B5EF4-FFF2-40B4-BE49-F238E27FC236}">
                  <a16:creationId xmlns:a16="http://schemas.microsoft.com/office/drawing/2014/main" id="{2164229F-CDBA-21B2-37A6-8D46225AF0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441" y="4493071"/>
              <a:ext cx="126104" cy="15875"/>
            </a:xfrm>
            <a:custGeom>
              <a:avLst/>
              <a:gdLst>
                <a:gd name="T0" fmla="*/ 0 w 223"/>
                <a:gd name="T1" fmla="*/ 0 h 46"/>
                <a:gd name="T2" fmla="*/ 0 w 223"/>
                <a:gd name="T3" fmla="*/ 46 h 46"/>
                <a:gd name="T4" fmla="*/ 46 w 223"/>
                <a:gd name="T5" fmla="*/ 46 h 46"/>
                <a:gd name="T6" fmla="*/ 46 w 223"/>
                <a:gd name="T7" fmla="*/ 0 h 46"/>
                <a:gd name="T8" fmla="*/ 0 w 223"/>
                <a:gd name="T9" fmla="*/ 0 h 46"/>
                <a:gd name="T10" fmla="*/ 89 w 223"/>
                <a:gd name="T11" fmla="*/ 0 h 46"/>
                <a:gd name="T12" fmla="*/ 89 w 223"/>
                <a:gd name="T13" fmla="*/ 46 h 46"/>
                <a:gd name="T14" fmla="*/ 135 w 223"/>
                <a:gd name="T15" fmla="*/ 46 h 46"/>
                <a:gd name="T16" fmla="*/ 135 w 223"/>
                <a:gd name="T17" fmla="*/ 0 h 46"/>
                <a:gd name="T18" fmla="*/ 89 w 223"/>
                <a:gd name="T19" fmla="*/ 0 h 46"/>
                <a:gd name="T20" fmla="*/ 178 w 223"/>
                <a:gd name="T21" fmla="*/ 0 h 46"/>
                <a:gd name="T22" fmla="*/ 178 w 223"/>
                <a:gd name="T23" fmla="*/ 46 h 46"/>
                <a:gd name="T24" fmla="*/ 223 w 223"/>
                <a:gd name="T25" fmla="*/ 46 h 46"/>
                <a:gd name="T26" fmla="*/ 223 w 223"/>
                <a:gd name="T27" fmla="*/ 0 h 46"/>
                <a:gd name="T28" fmla="*/ 178 w 223"/>
                <a:gd name="T2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3" h="46">
                  <a:moveTo>
                    <a:pt x="0" y="0"/>
                  </a:moveTo>
                  <a:lnTo>
                    <a:pt x="0" y="46"/>
                  </a:lnTo>
                  <a:lnTo>
                    <a:pt x="46" y="46"/>
                  </a:lnTo>
                  <a:lnTo>
                    <a:pt x="46" y="0"/>
                  </a:lnTo>
                  <a:lnTo>
                    <a:pt x="0" y="0"/>
                  </a:lnTo>
                  <a:close/>
                  <a:moveTo>
                    <a:pt x="89" y="0"/>
                  </a:moveTo>
                  <a:lnTo>
                    <a:pt x="89" y="46"/>
                  </a:lnTo>
                  <a:lnTo>
                    <a:pt x="135" y="46"/>
                  </a:lnTo>
                  <a:lnTo>
                    <a:pt x="135" y="0"/>
                  </a:lnTo>
                  <a:lnTo>
                    <a:pt x="89" y="0"/>
                  </a:lnTo>
                  <a:close/>
                  <a:moveTo>
                    <a:pt x="178" y="0"/>
                  </a:moveTo>
                  <a:lnTo>
                    <a:pt x="178" y="46"/>
                  </a:lnTo>
                  <a:lnTo>
                    <a:pt x="223" y="46"/>
                  </a:lnTo>
                  <a:lnTo>
                    <a:pt x="22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26EE565-E63A-61AD-F8B1-A0B2567F2FAB}"/>
              </a:ext>
            </a:extLst>
          </p:cNvPr>
          <p:cNvSpPr txBox="1"/>
          <p:nvPr/>
        </p:nvSpPr>
        <p:spPr>
          <a:xfrm>
            <a:off x="1456378" y="4876455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EC3FABC-3967-D211-CF3F-D31B1142B0AD}"/>
              </a:ext>
            </a:extLst>
          </p:cNvPr>
          <p:cNvSpPr/>
          <p:nvPr/>
        </p:nvSpPr>
        <p:spPr>
          <a:xfrm>
            <a:off x="3466870" y="6149034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EFD142E5-234F-14AE-8201-836DFF041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366058"/>
              </p:ext>
            </p:extLst>
          </p:nvPr>
        </p:nvGraphicFramePr>
        <p:xfrm>
          <a:off x="361175" y="1176013"/>
          <a:ext cx="8805825" cy="218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987">
                  <a:extLst>
                    <a:ext uri="{9D8B030D-6E8A-4147-A177-3AD203B41FA5}">
                      <a16:colId xmlns:a16="http://schemas.microsoft.com/office/drawing/2014/main" val="3059012004"/>
                    </a:ext>
                  </a:extLst>
                </a:gridCol>
                <a:gridCol w="7769838">
                  <a:extLst>
                    <a:ext uri="{9D8B030D-6E8A-4147-A177-3AD203B41FA5}">
                      <a16:colId xmlns:a16="http://schemas.microsoft.com/office/drawing/2014/main" val="2912175457"/>
                    </a:ext>
                  </a:extLst>
                </a:gridCol>
              </a:tblGrid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예매 기간</a:t>
                      </a:r>
                      <a:r>
                        <a:rPr lang="en-US" altLang="ko-KR" sz="800" b="1" kern="1200" spc="-5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150061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문의 연락처</a:t>
                      </a: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528948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예매 외부 링크</a:t>
                      </a: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5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105729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공연코드</a:t>
                      </a: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875279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티켓 정보 </a:t>
                      </a: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978676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관람 등급</a:t>
                      </a:r>
                    </a:p>
                  </a:txBody>
                  <a:tcPr marL="144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818971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E790395C-DD68-8927-544E-3B2067585D9A}"/>
              </a:ext>
            </a:extLst>
          </p:cNvPr>
          <p:cNvSpPr txBox="1"/>
          <p:nvPr/>
        </p:nvSpPr>
        <p:spPr>
          <a:xfrm>
            <a:off x="404723" y="967614"/>
            <a:ext cx="166834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예매 및 티켓 정보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7DF0089-F92D-89A1-A476-5145289C1C66}"/>
              </a:ext>
            </a:extLst>
          </p:cNvPr>
          <p:cNvSpPr/>
          <p:nvPr/>
        </p:nvSpPr>
        <p:spPr>
          <a:xfrm>
            <a:off x="1475809" y="3077351"/>
            <a:ext cx="4212000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bIns="0" rtlCol="0" anchor="ctr" anchorCtr="0"/>
          <a:lstStyle/>
          <a:p>
            <a:r>
              <a:rPr lang="ko-KR" altLang="en-US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관람등급일 입력해 주세요</a:t>
            </a:r>
            <a:r>
              <a:rPr lang="en-US" altLang="ko-KR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700" spc="-5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6E6C9A5-B8B9-8611-6E07-CD0D861E115C}"/>
              </a:ext>
            </a:extLst>
          </p:cNvPr>
          <p:cNvSpPr/>
          <p:nvPr/>
        </p:nvSpPr>
        <p:spPr>
          <a:xfrm>
            <a:off x="1471833" y="1966708"/>
            <a:ext cx="4212001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bIns="0" rtlCol="0" anchor="ctr" anchorCtr="0"/>
          <a:lstStyle/>
          <a:p>
            <a:r>
              <a:rPr lang="ko-KR" altLang="en-US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예매하기 링크를 입력해 주세요</a:t>
            </a:r>
            <a:r>
              <a:rPr lang="en-US" altLang="ko-KR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700" spc="-5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12B4220B-FB51-9FD9-4B51-817018E1BB14}"/>
              </a:ext>
            </a:extLst>
          </p:cNvPr>
          <p:cNvGrpSpPr/>
          <p:nvPr/>
        </p:nvGrpSpPr>
        <p:grpSpPr>
          <a:xfrm>
            <a:off x="1471833" y="1232073"/>
            <a:ext cx="1966912" cy="248314"/>
            <a:chOff x="2402603" y="3523946"/>
            <a:chExt cx="1966912" cy="248314"/>
          </a:xfrm>
        </p:grpSpPr>
        <p:grpSp>
          <p:nvGrpSpPr>
            <p:cNvPr id="51" name="Date Field" descr="&lt;SmartSettings&gt;&lt;SmartResize enabled=&quot;True&quot; minWidth=&quot;20&quot; minHeight=&quot;13&quot; /&gt;&lt;/SmartSettings&gt;">
              <a:extLst>
                <a:ext uri="{FF2B5EF4-FFF2-40B4-BE49-F238E27FC236}">
                  <a16:creationId xmlns:a16="http://schemas.microsoft.com/office/drawing/2014/main" id="{5EF52A3C-F0F9-D1DC-2A1A-0ED8297096D3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2402603" y="3523946"/>
              <a:ext cx="890673" cy="241092"/>
              <a:chOff x="928689" y="1251717"/>
              <a:chExt cx="756980" cy="241092"/>
            </a:xfrm>
          </p:grpSpPr>
          <p:sp>
            <p:nvSpPr>
              <p:cNvPr id="56" name="Text Box">
                <a:extLst>
                  <a:ext uri="{FF2B5EF4-FFF2-40B4-BE49-F238E27FC236}">
                    <a16:creationId xmlns:a16="http://schemas.microsoft.com/office/drawing/2014/main" id="{A9DA69A3-DB4E-D906-0A79-047957B74C67}"/>
                  </a:ext>
                </a:extLst>
              </p:cNvPr>
              <p:cNvSpPr/>
              <p:nvPr/>
            </p:nvSpPr>
            <p:spPr>
              <a:xfrm>
                <a:off x="928689" y="1251717"/>
                <a:ext cx="756980" cy="24109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txBody>
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atinLnBrk="1"/>
                <a:r>
                  <a:rPr lang="ko-KR" altLang="en-US" sz="800" spc="-80" dirty="0">
                    <a:solidFill>
                      <a:srgbClr val="7F7F7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일시선택</a:t>
                </a:r>
                <a:endParaRPr lang="en-US" sz="800" spc="-80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57" name="Date Picker Icon" descr="&lt;Tags&gt;&lt;SMARTRESIZEANCHORS&gt;None,None,None,Absolute&lt;/SMARTRESIZEANCHORS&gt;&lt;/Tags&gt;">
                <a:extLst>
                  <a:ext uri="{FF2B5EF4-FFF2-40B4-BE49-F238E27FC236}">
                    <a16:creationId xmlns:a16="http://schemas.microsoft.com/office/drawing/2014/main" id="{CF68E9CC-AFAC-ECBC-12E6-E941B588D0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81064" y="1295204"/>
                <a:ext cx="151264" cy="154118"/>
              </a:xfrm>
              <a:custGeom>
                <a:avLst/>
                <a:gdLst>
                  <a:gd name="T0" fmla="*/ 115 w 450"/>
                  <a:gd name="T1" fmla="*/ 79 h 445"/>
                  <a:gd name="T2" fmla="*/ 132 w 450"/>
                  <a:gd name="T3" fmla="*/ 0 h 445"/>
                  <a:gd name="T4" fmla="*/ 318 w 450"/>
                  <a:gd name="T5" fmla="*/ 0 h 445"/>
                  <a:gd name="T6" fmla="*/ 336 w 450"/>
                  <a:gd name="T7" fmla="*/ 79 h 445"/>
                  <a:gd name="T8" fmla="*/ 318 w 450"/>
                  <a:gd name="T9" fmla="*/ 0 h 445"/>
                  <a:gd name="T10" fmla="*/ 0 w 450"/>
                  <a:gd name="T11" fmla="*/ 445 h 445"/>
                  <a:gd name="T12" fmla="*/ 450 w 450"/>
                  <a:gd name="T13" fmla="*/ 39 h 445"/>
                  <a:gd name="T14" fmla="*/ 360 w 450"/>
                  <a:gd name="T15" fmla="*/ 57 h 445"/>
                  <a:gd name="T16" fmla="*/ 432 w 450"/>
                  <a:gd name="T17" fmla="*/ 427 h 445"/>
                  <a:gd name="T18" fmla="*/ 18 w 450"/>
                  <a:gd name="T19" fmla="*/ 57 h 445"/>
                  <a:gd name="T20" fmla="*/ 88 w 450"/>
                  <a:gd name="T21" fmla="*/ 39 h 445"/>
                  <a:gd name="T22" fmla="*/ 156 w 450"/>
                  <a:gd name="T23" fmla="*/ 39 h 445"/>
                  <a:gd name="T24" fmla="*/ 295 w 450"/>
                  <a:gd name="T25" fmla="*/ 57 h 445"/>
                  <a:gd name="T26" fmla="*/ 156 w 450"/>
                  <a:gd name="T27" fmla="*/ 39 h 445"/>
                  <a:gd name="T28" fmla="*/ 45 w 450"/>
                  <a:gd name="T29" fmla="*/ 142 h 445"/>
                  <a:gd name="T30" fmla="*/ 405 w 450"/>
                  <a:gd name="T31" fmla="*/ 124 h 445"/>
                  <a:gd name="T32" fmla="*/ 169 w 450"/>
                  <a:gd name="T33" fmla="*/ 212 h 445"/>
                  <a:gd name="T34" fmla="*/ 147 w 450"/>
                  <a:gd name="T35" fmla="*/ 227 h 445"/>
                  <a:gd name="T36" fmla="*/ 122 w 450"/>
                  <a:gd name="T37" fmla="*/ 238 h 445"/>
                  <a:gd name="T38" fmla="*/ 132 w 450"/>
                  <a:gd name="T39" fmla="*/ 253 h 445"/>
                  <a:gd name="T40" fmla="*/ 153 w 450"/>
                  <a:gd name="T41" fmla="*/ 242 h 445"/>
                  <a:gd name="T42" fmla="*/ 158 w 450"/>
                  <a:gd name="T43" fmla="*/ 374 h 445"/>
                  <a:gd name="T44" fmla="*/ 176 w 450"/>
                  <a:gd name="T45" fmla="*/ 212 h 445"/>
                  <a:gd name="T46" fmla="*/ 277 w 450"/>
                  <a:gd name="T47" fmla="*/ 213 h 445"/>
                  <a:gd name="T48" fmla="*/ 236 w 450"/>
                  <a:gd name="T49" fmla="*/ 228 h 445"/>
                  <a:gd name="T50" fmla="*/ 245 w 450"/>
                  <a:gd name="T51" fmla="*/ 240 h 445"/>
                  <a:gd name="T52" fmla="*/ 264 w 450"/>
                  <a:gd name="T53" fmla="*/ 230 h 445"/>
                  <a:gd name="T54" fmla="*/ 286 w 450"/>
                  <a:gd name="T55" fmla="*/ 230 h 445"/>
                  <a:gd name="T56" fmla="*/ 302 w 450"/>
                  <a:gd name="T57" fmla="*/ 245 h 445"/>
                  <a:gd name="T58" fmla="*/ 303 w 450"/>
                  <a:gd name="T59" fmla="*/ 269 h 445"/>
                  <a:gd name="T60" fmla="*/ 288 w 450"/>
                  <a:gd name="T61" fmla="*/ 292 h 445"/>
                  <a:gd name="T62" fmla="*/ 253 w 450"/>
                  <a:gd name="T63" fmla="*/ 320 h 445"/>
                  <a:gd name="T64" fmla="*/ 233 w 450"/>
                  <a:gd name="T65" fmla="*/ 348 h 445"/>
                  <a:gd name="T66" fmla="*/ 230 w 450"/>
                  <a:gd name="T67" fmla="*/ 374 h 445"/>
                  <a:gd name="T68" fmla="*/ 328 w 450"/>
                  <a:gd name="T69" fmla="*/ 358 h 445"/>
                  <a:gd name="T70" fmla="*/ 251 w 450"/>
                  <a:gd name="T71" fmla="*/ 346 h 445"/>
                  <a:gd name="T72" fmla="*/ 268 w 450"/>
                  <a:gd name="T73" fmla="*/ 326 h 445"/>
                  <a:gd name="T74" fmla="*/ 303 w 450"/>
                  <a:gd name="T75" fmla="*/ 299 h 445"/>
                  <a:gd name="T76" fmla="*/ 320 w 450"/>
                  <a:gd name="T77" fmla="*/ 273 h 445"/>
                  <a:gd name="T78" fmla="*/ 318 w 450"/>
                  <a:gd name="T79" fmla="*/ 238 h 445"/>
                  <a:gd name="T80" fmla="*/ 295 w 450"/>
                  <a:gd name="T81" fmla="*/ 216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50" h="445">
                    <a:moveTo>
                      <a:pt x="115" y="0"/>
                    </a:moveTo>
                    <a:lnTo>
                      <a:pt x="115" y="79"/>
                    </a:lnTo>
                    <a:lnTo>
                      <a:pt x="132" y="79"/>
                    </a:lnTo>
                    <a:lnTo>
                      <a:pt x="132" y="0"/>
                    </a:lnTo>
                    <a:lnTo>
                      <a:pt x="115" y="0"/>
                    </a:lnTo>
                    <a:close/>
                    <a:moveTo>
                      <a:pt x="318" y="0"/>
                    </a:moveTo>
                    <a:lnTo>
                      <a:pt x="318" y="79"/>
                    </a:lnTo>
                    <a:lnTo>
                      <a:pt x="336" y="79"/>
                    </a:lnTo>
                    <a:lnTo>
                      <a:pt x="336" y="0"/>
                    </a:lnTo>
                    <a:lnTo>
                      <a:pt x="318" y="0"/>
                    </a:lnTo>
                    <a:close/>
                    <a:moveTo>
                      <a:pt x="0" y="39"/>
                    </a:moveTo>
                    <a:lnTo>
                      <a:pt x="0" y="445"/>
                    </a:lnTo>
                    <a:lnTo>
                      <a:pt x="450" y="445"/>
                    </a:lnTo>
                    <a:lnTo>
                      <a:pt x="450" y="39"/>
                    </a:lnTo>
                    <a:lnTo>
                      <a:pt x="360" y="39"/>
                    </a:lnTo>
                    <a:lnTo>
                      <a:pt x="360" y="57"/>
                    </a:lnTo>
                    <a:lnTo>
                      <a:pt x="432" y="57"/>
                    </a:lnTo>
                    <a:lnTo>
                      <a:pt x="432" y="427"/>
                    </a:lnTo>
                    <a:lnTo>
                      <a:pt x="18" y="427"/>
                    </a:lnTo>
                    <a:lnTo>
                      <a:pt x="18" y="57"/>
                    </a:lnTo>
                    <a:lnTo>
                      <a:pt x="88" y="57"/>
                    </a:lnTo>
                    <a:lnTo>
                      <a:pt x="88" y="39"/>
                    </a:lnTo>
                    <a:lnTo>
                      <a:pt x="0" y="39"/>
                    </a:lnTo>
                    <a:close/>
                    <a:moveTo>
                      <a:pt x="156" y="39"/>
                    </a:moveTo>
                    <a:lnTo>
                      <a:pt x="156" y="57"/>
                    </a:lnTo>
                    <a:lnTo>
                      <a:pt x="295" y="57"/>
                    </a:lnTo>
                    <a:lnTo>
                      <a:pt x="295" y="39"/>
                    </a:lnTo>
                    <a:lnTo>
                      <a:pt x="156" y="39"/>
                    </a:lnTo>
                    <a:close/>
                    <a:moveTo>
                      <a:pt x="45" y="124"/>
                    </a:moveTo>
                    <a:lnTo>
                      <a:pt x="45" y="142"/>
                    </a:lnTo>
                    <a:lnTo>
                      <a:pt x="405" y="142"/>
                    </a:lnTo>
                    <a:lnTo>
                      <a:pt x="405" y="124"/>
                    </a:lnTo>
                    <a:lnTo>
                      <a:pt x="45" y="124"/>
                    </a:lnTo>
                    <a:close/>
                    <a:moveTo>
                      <a:pt x="169" y="212"/>
                    </a:moveTo>
                    <a:cubicBezTo>
                      <a:pt x="167" y="215"/>
                      <a:pt x="163" y="217"/>
                      <a:pt x="160" y="219"/>
                    </a:cubicBezTo>
                    <a:cubicBezTo>
                      <a:pt x="156" y="222"/>
                      <a:pt x="152" y="225"/>
                      <a:pt x="147" y="227"/>
                    </a:cubicBezTo>
                    <a:cubicBezTo>
                      <a:pt x="143" y="229"/>
                      <a:pt x="139" y="231"/>
                      <a:pt x="134" y="233"/>
                    </a:cubicBezTo>
                    <a:cubicBezTo>
                      <a:pt x="130" y="235"/>
                      <a:pt x="126" y="237"/>
                      <a:pt x="122" y="238"/>
                    </a:cubicBezTo>
                    <a:lnTo>
                      <a:pt x="122" y="256"/>
                    </a:lnTo>
                    <a:cubicBezTo>
                      <a:pt x="125" y="255"/>
                      <a:pt x="129" y="254"/>
                      <a:pt x="132" y="253"/>
                    </a:cubicBezTo>
                    <a:cubicBezTo>
                      <a:pt x="136" y="251"/>
                      <a:pt x="140" y="249"/>
                      <a:pt x="143" y="247"/>
                    </a:cubicBezTo>
                    <a:cubicBezTo>
                      <a:pt x="146" y="246"/>
                      <a:pt x="150" y="244"/>
                      <a:pt x="153" y="242"/>
                    </a:cubicBezTo>
                    <a:cubicBezTo>
                      <a:pt x="155" y="240"/>
                      <a:pt x="156" y="238"/>
                      <a:pt x="158" y="237"/>
                    </a:cubicBezTo>
                    <a:lnTo>
                      <a:pt x="158" y="374"/>
                    </a:lnTo>
                    <a:lnTo>
                      <a:pt x="176" y="374"/>
                    </a:lnTo>
                    <a:lnTo>
                      <a:pt x="176" y="212"/>
                    </a:lnTo>
                    <a:lnTo>
                      <a:pt x="169" y="212"/>
                    </a:lnTo>
                    <a:close/>
                    <a:moveTo>
                      <a:pt x="277" y="213"/>
                    </a:moveTo>
                    <a:cubicBezTo>
                      <a:pt x="268" y="213"/>
                      <a:pt x="260" y="214"/>
                      <a:pt x="254" y="217"/>
                    </a:cubicBezTo>
                    <a:cubicBezTo>
                      <a:pt x="248" y="219"/>
                      <a:pt x="241" y="223"/>
                      <a:pt x="236" y="228"/>
                    </a:cubicBezTo>
                    <a:lnTo>
                      <a:pt x="236" y="247"/>
                    </a:lnTo>
                    <a:cubicBezTo>
                      <a:pt x="239" y="245"/>
                      <a:pt x="242" y="242"/>
                      <a:pt x="245" y="240"/>
                    </a:cubicBezTo>
                    <a:cubicBezTo>
                      <a:pt x="248" y="237"/>
                      <a:pt x="251" y="235"/>
                      <a:pt x="254" y="233"/>
                    </a:cubicBezTo>
                    <a:cubicBezTo>
                      <a:pt x="257" y="232"/>
                      <a:pt x="260" y="231"/>
                      <a:pt x="264" y="230"/>
                    </a:cubicBezTo>
                    <a:cubicBezTo>
                      <a:pt x="267" y="229"/>
                      <a:pt x="271" y="228"/>
                      <a:pt x="274" y="228"/>
                    </a:cubicBezTo>
                    <a:cubicBezTo>
                      <a:pt x="278" y="228"/>
                      <a:pt x="282" y="229"/>
                      <a:pt x="286" y="230"/>
                    </a:cubicBezTo>
                    <a:cubicBezTo>
                      <a:pt x="289" y="231"/>
                      <a:pt x="293" y="233"/>
                      <a:pt x="295" y="235"/>
                    </a:cubicBezTo>
                    <a:cubicBezTo>
                      <a:pt x="298" y="237"/>
                      <a:pt x="300" y="241"/>
                      <a:pt x="302" y="245"/>
                    </a:cubicBezTo>
                    <a:cubicBezTo>
                      <a:pt x="303" y="248"/>
                      <a:pt x="303" y="252"/>
                      <a:pt x="303" y="257"/>
                    </a:cubicBezTo>
                    <a:cubicBezTo>
                      <a:pt x="303" y="261"/>
                      <a:pt x="304" y="266"/>
                      <a:pt x="303" y="269"/>
                    </a:cubicBezTo>
                    <a:cubicBezTo>
                      <a:pt x="302" y="273"/>
                      <a:pt x="300" y="277"/>
                      <a:pt x="297" y="281"/>
                    </a:cubicBezTo>
                    <a:cubicBezTo>
                      <a:pt x="295" y="285"/>
                      <a:pt x="291" y="289"/>
                      <a:pt x="288" y="292"/>
                    </a:cubicBezTo>
                    <a:cubicBezTo>
                      <a:pt x="284" y="296"/>
                      <a:pt x="279" y="300"/>
                      <a:pt x="273" y="304"/>
                    </a:cubicBezTo>
                    <a:cubicBezTo>
                      <a:pt x="265" y="310"/>
                      <a:pt x="259" y="315"/>
                      <a:pt x="253" y="320"/>
                    </a:cubicBezTo>
                    <a:cubicBezTo>
                      <a:pt x="248" y="324"/>
                      <a:pt x="243" y="329"/>
                      <a:pt x="240" y="334"/>
                    </a:cubicBezTo>
                    <a:cubicBezTo>
                      <a:pt x="237" y="339"/>
                      <a:pt x="234" y="343"/>
                      <a:pt x="233" y="348"/>
                    </a:cubicBezTo>
                    <a:cubicBezTo>
                      <a:pt x="231" y="353"/>
                      <a:pt x="230" y="360"/>
                      <a:pt x="230" y="367"/>
                    </a:cubicBezTo>
                    <a:lnTo>
                      <a:pt x="230" y="374"/>
                    </a:lnTo>
                    <a:lnTo>
                      <a:pt x="328" y="374"/>
                    </a:lnTo>
                    <a:lnTo>
                      <a:pt x="328" y="358"/>
                    </a:lnTo>
                    <a:lnTo>
                      <a:pt x="250" y="358"/>
                    </a:lnTo>
                    <a:cubicBezTo>
                      <a:pt x="250" y="353"/>
                      <a:pt x="250" y="349"/>
                      <a:pt x="251" y="346"/>
                    </a:cubicBezTo>
                    <a:cubicBezTo>
                      <a:pt x="252" y="343"/>
                      <a:pt x="254" y="340"/>
                      <a:pt x="257" y="337"/>
                    </a:cubicBezTo>
                    <a:cubicBezTo>
                      <a:pt x="259" y="333"/>
                      <a:pt x="263" y="330"/>
                      <a:pt x="268" y="326"/>
                    </a:cubicBezTo>
                    <a:cubicBezTo>
                      <a:pt x="273" y="322"/>
                      <a:pt x="279" y="318"/>
                      <a:pt x="287" y="313"/>
                    </a:cubicBezTo>
                    <a:cubicBezTo>
                      <a:pt x="293" y="308"/>
                      <a:pt x="298" y="304"/>
                      <a:pt x="303" y="299"/>
                    </a:cubicBezTo>
                    <a:cubicBezTo>
                      <a:pt x="307" y="295"/>
                      <a:pt x="310" y="292"/>
                      <a:pt x="313" y="287"/>
                    </a:cubicBezTo>
                    <a:cubicBezTo>
                      <a:pt x="316" y="283"/>
                      <a:pt x="319" y="278"/>
                      <a:pt x="320" y="273"/>
                    </a:cubicBezTo>
                    <a:cubicBezTo>
                      <a:pt x="322" y="268"/>
                      <a:pt x="322" y="262"/>
                      <a:pt x="322" y="255"/>
                    </a:cubicBezTo>
                    <a:cubicBezTo>
                      <a:pt x="322" y="249"/>
                      <a:pt x="321" y="243"/>
                      <a:pt x="318" y="238"/>
                    </a:cubicBezTo>
                    <a:cubicBezTo>
                      <a:pt x="316" y="232"/>
                      <a:pt x="313" y="227"/>
                      <a:pt x="309" y="224"/>
                    </a:cubicBezTo>
                    <a:cubicBezTo>
                      <a:pt x="305" y="220"/>
                      <a:pt x="300" y="218"/>
                      <a:pt x="295" y="216"/>
                    </a:cubicBezTo>
                    <a:cubicBezTo>
                      <a:pt x="289" y="214"/>
                      <a:pt x="283" y="213"/>
                      <a:pt x="277" y="213"/>
                    </a:cubicBezTo>
                    <a:close/>
                  </a:path>
                </a:pathLst>
              </a:custGeom>
              <a:solidFill>
                <a:srgbClr val="80808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 spc="-8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34E5435-B8F5-DFE9-3ACC-1C76B70DAE99}"/>
                </a:ext>
              </a:extLst>
            </p:cNvPr>
            <p:cNvSpPr/>
            <p:nvPr/>
          </p:nvSpPr>
          <p:spPr>
            <a:xfrm>
              <a:off x="3298842" y="3575243"/>
              <a:ext cx="180000" cy="12311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~</a:t>
              </a:r>
              <a:endPara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53" name="Date Field" descr="&lt;SmartSettings&gt;&lt;SmartResize enabled=&quot;True&quot; minWidth=&quot;20&quot; minHeight=&quot;13&quot; /&gt;&lt;/SmartSettings&gt;">
              <a:extLst>
                <a:ext uri="{FF2B5EF4-FFF2-40B4-BE49-F238E27FC236}">
                  <a16:creationId xmlns:a16="http://schemas.microsoft.com/office/drawing/2014/main" id="{D8D1ECB7-7213-D13F-85F1-27DDBCC42F97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3478842" y="3531168"/>
              <a:ext cx="890673" cy="241092"/>
              <a:chOff x="930717" y="1258939"/>
              <a:chExt cx="756980" cy="241092"/>
            </a:xfrm>
          </p:grpSpPr>
          <p:sp>
            <p:nvSpPr>
              <p:cNvPr id="54" name="Text Box">
                <a:extLst>
                  <a:ext uri="{FF2B5EF4-FFF2-40B4-BE49-F238E27FC236}">
                    <a16:creationId xmlns:a16="http://schemas.microsoft.com/office/drawing/2014/main" id="{E4B822A8-13C5-12FB-AC3C-CF0A7F3D033F}"/>
                  </a:ext>
                </a:extLst>
              </p:cNvPr>
              <p:cNvSpPr/>
              <p:nvPr/>
            </p:nvSpPr>
            <p:spPr>
              <a:xfrm>
                <a:off x="930717" y="1258939"/>
                <a:ext cx="756980" cy="24109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txBody>
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atinLnBrk="1"/>
                <a:r>
                  <a:rPr lang="ko-KR" altLang="en-US" sz="800" spc="-80" dirty="0">
                    <a:solidFill>
                      <a:srgbClr val="7F7F7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일시선택</a:t>
                </a:r>
                <a:endParaRPr lang="en-US" altLang="ko-KR" sz="800" spc="-80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55" name="Date Picker Icon" descr="&lt;Tags&gt;&lt;SMARTRESIZEANCHORS&gt;None,None,None,Absolute&lt;/SMARTRESIZEANCHORS&gt;&lt;/Tags&gt;">
                <a:extLst>
                  <a:ext uri="{FF2B5EF4-FFF2-40B4-BE49-F238E27FC236}">
                    <a16:creationId xmlns:a16="http://schemas.microsoft.com/office/drawing/2014/main" id="{961C97B4-15D2-3D5A-294E-76DBD427BE8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81064" y="1295204"/>
                <a:ext cx="151264" cy="154118"/>
              </a:xfrm>
              <a:custGeom>
                <a:avLst/>
                <a:gdLst>
                  <a:gd name="T0" fmla="*/ 115 w 450"/>
                  <a:gd name="T1" fmla="*/ 79 h 445"/>
                  <a:gd name="T2" fmla="*/ 132 w 450"/>
                  <a:gd name="T3" fmla="*/ 0 h 445"/>
                  <a:gd name="T4" fmla="*/ 318 w 450"/>
                  <a:gd name="T5" fmla="*/ 0 h 445"/>
                  <a:gd name="T6" fmla="*/ 336 w 450"/>
                  <a:gd name="T7" fmla="*/ 79 h 445"/>
                  <a:gd name="T8" fmla="*/ 318 w 450"/>
                  <a:gd name="T9" fmla="*/ 0 h 445"/>
                  <a:gd name="T10" fmla="*/ 0 w 450"/>
                  <a:gd name="T11" fmla="*/ 445 h 445"/>
                  <a:gd name="T12" fmla="*/ 450 w 450"/>
                  <a:gd name="T13" fmla="*/ 39 h 445"/>
                  <a:gd name="T14" fmla="*/ 360 w 450"/>
                  <a:gd name="T15" fmla="*/ 57 h 445"/>
                  <a:gd name="T16" fmla="*/ 432 w 450"/>
                  <a:gd name="T17" fmla="*/ 427 h 445"/>
                  <a:gd name="T18" fmla="*/ 18 w 450"/>
                  <a:gd name="T19" fmla="*/ 57 h 445"/>
                  <a:gd name="T20" fmla="*/ 88 w 450"/>
                  <a:gd name="T21" fmla="*/ 39 h 445"/>
                  <a:gd name="T22" fmla="*/ 156 w 450"/>
                  <a:gd name="T23" fmla="*/ 39 h 445"/>
                  <a:gd name="T24" fmla="*/ 295 w 450"/>
                  <a:gd name="T25" fmla="*/ 57 h 445"/>
                  <a:gd name="T26" fmla="*/ 156 w 450"/>
                  <a:gd name="T27" fmla="*/ 39 h 445"/>
                  <a:gd name="T28" fmla="*/ 45 w 450"/>
                  <a:gd name="T29" fmla="*/ 142 h 445"/>
                  <a:gd name="T30" fmla="*/ 405 w 450"/>
                  <a:gd name="T31" fmla="*/ 124 h 445"/>
                  <a:gd name="T32" fmla="*/ 169 w 450"/>
                  <a:gd name="T33" fmla="*/ 212 h 445"/>
                  <a:gd name="T34" fmla="*/ 147 w 450"/>
                  <a:gd name="T35" fmla="*/ 227 h 445"/>
                  <a:gd name="T36" fmla="*/ 122 w 450"/>
                  <a:gd name="T37" fmla="*/ 238 h 445"/>
                  <a:gd name="T38" fmla="*/ 132 w 450"/>
                  <a:gd name="T39" fmla="*/ 253 h 445"/>
                  <a:gd name="T40" fmla="*/ 153 w 450"/>
                  <a:gd name="T41" fmla="*/ 242 h 445"/>
                  <a:gd name="T42" fmla="*/ 158 w 450"/>
                  <a:gd name="T43" fmla="*/ 374 h 445"/>
                  <a:gd name="T44" fmla="*/ 176 w 450"/>
                  <a:gd name="T45" fmla="*/ 212 h 445"/>
                  <a:gd name="T46" fmla="*/ 277 w 450"/>
                  <a:gd name="T47" fmla="*/ 213 h 445"/>
                  <a:gd name="T48" fmla="*/ 236 w 450"/>
                  <a:gd name="T49" fmla="*/ 228 h 445"/>
                  <a:gd name="T50" fmla="*/ 245 w 450"/>
                  <a:gd name="T51" fmla="*/ 240 h 445"/>
                  <a:gd name="T52" fmla="*/ 264 w 450"/>
                  <a:gd name="T53" fmla="*/ 230 h 445"/>
                  <a:gd name="T54" fmla="*/ 286 w 450"/>
                  <a:gd name="T55" fmla="*/ 230 h 445"/>
                  <a:gd name="T56" fmla="*/ 302 w 450"/>
                  <a:gd name="T57" fmla="*/ 245 h 445"/>
                  <a:gd name="T58" fmla="*/ 303 w 450"/>
                  <a:gd name="T59" fmla="*/ 269 h 445"/>
                  <a:gd name="T60" fmla="*/ 288 w 450"/>
                  <a:gd name="T61" fmla="*/ 292 h 445"/>
                  <a:gd name="T62" fmla="*/ 253 w 450"/>
                  <a:gd name="T63" fmla="*/ 320 h 445"/>
                  <a:gd name="T64" fmla="*/ 233 w 450"/>
                  <a:gd name="T65" fmla="*/ 348 h 445"/>
                  <a:gd name="T66" fmla="*/ 230 w 450"/>
                  <a:gd name="T67" fmla="*/ 374 h 445"/>
                  <a:gd name="T68" fmla="*/ 328 w 450"/>
                  <a:gd name="T69" fmla="*/ 358 h 445"/>
                  <a:gd name="T70" fmla="*/ 251 w 450"/>
                  <a:gd name="T71" fmla="*/ 346 h 445"/>
                  <a:gd name="T72" fmla="*/ 268 w 450"/>
                  <a:gd name="T73" fmla="*/ 326 h 445"/>
                  <a:gd name="T74" fmla="*/ 303 w 450"/>
                  <a:gd name="T75" fmla="*/ 299 h 445"/>
                  <a:gd name="T76" fmla="*/ 320 w 450"/>
                  <a:gd name="T77" fmla="*/ 273 h 445"/>
                  <a:gd name="T78" fmla="*/ 318 w 450"/>
                  <a:gd name="T79" fmla="*/ 238 h 445"/>
                  <a:gd name="T80" fmla="*/ 295 w 450"/>
                  <a:gd name="T81" fmla="*/ 216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50" h="445">
                    <a:moveTo>
                      <a:pt x="115" y="0"/>
                    </a:moveTo>
                    <a:lnTo>
                      <a:pt x="115" y="79"/>
                    </a:lnTo>
                    <a:lnTo>
                      <a:pt x="132" y="79"/>
                    </a:lnTo>
                    <a:lnTo>
                      <a:pt x="132" y="0"/>
                    </a:lnTo>
                    <a:lnTo>
                      <a:pt x="115" y="0"/>
                    </a:lnTo>
                    <a:close/>
                    <a:moveTo>
                      <a:pt x="318" y="0"/>
                    </a:moveTo>
                    <a:lnTo>
                      <a:pt x="318" y="79"/>
                    </a:lnTo>
                    <a:lnTo>
                      <a:pt x="336" y="79"/>
                    </a:lnTo>
                    <a:lnTo>
                      <a:pt x="336" y="0"/>
                    </a:lnTo>
                    <a:lnTo>
                      <a:pt x="318" y="0"/>
                    </a:lnTo>
                    <a:close/>
                    <a:moveTo>
                      <a:pt x="0" y="39"/>
                    </a:moveTo>
                    <a:lnTo>
                      <a:pt x="0" y="445"/>
                    </a:lnTo>
                    <a:lnTo>
                      <a:pt x="450" y="445"/>
                    </a:lnTo>
                    <a:lnTo>
                      <a:pt x="450" y="39"/>
                    </a:lnTo>
                    <a:lnTo>
                      <a:pt x="360" y="39"/>
                    </a:lnTo>
                    <a:lnTo>
                      <a:pt x="360" y="57"/>
                    </a:lnTo>
                    <a:lnTo>
                      <a:pt x="432" y="57"/>
                    </a:lnTo>
                    <a:lnTo>
                      <a:pt x="432" y="427"/>
                    </a:lnTo>
                    <a:lnTo>
                      <a:pt x="18" y="427"/>
                    </a:lnTo>
                    <a:lnTo>
                      <a:pt x="18" y="57"/>
                    </a:lnTo>
                    <a:lnTo>
                      <a:pt x="88" y="57"/>
                    </a:lnTo>
                    <a:lnTo>
                      <a:pt x="88" y="39"/>
                    </a:lnTo>
                    <a:lnTo>
                      <a:pt x="0" y="39"/>
                    </a:lnTo>
                    <a:close/>
                    <a:moveTo>
                      <a:pt x="156" y="39"/>
                    </a:moveTo>
                    <a:lnTo>
                      <a:pt x="156" y="57"/>
                    </a:lnTo>
                    <a:lnTo>
                      <a:pt x="295" y="57"/>
                    </a:lnTo>
                    <a:lnTo>
                      <a:pt x="295" y="39"/>
                    </a:lnTo>
                    <a:lnTo>
                      <a:pt x="156" y="39"/>
                    </a:lnTo>
                    <a:close/>
                    <a:moveTo>
                      <a:pt x="45" y="124"/>
                    </a:moveTo>
                    <a:lnTo>
                      <a:pt x="45" y="142"/>
                    </a:lnTo>
                    <a:lnTo>
                      <a:pt x="405" y="142"/>
                    </a:lnTo>
                    <a:lnTo>
                      <a:pt x="405" y="124"/>
                    </a:lnTo>
                    <a:lnTo>
                      <a:pt x="45" y="124"/>
                    </a:lnTo>
                    <a:close/>
                    <a:moveTo>
                      <a:pt x="169" y="212"/>
                    </a:moveTo>
                    <a:cubicBezTo>
                      <a:pt x="167" y="215"/>
                      <a:pt x="163" y="217"/>
                      <a:pt x="160" y="219"/>
                    </a:cubicBezTo>
                    <a:cubicBezTo>
                      <a:pt x="156" y="222"/>
                      <a:pt x="152" y="225"/>
                      <a:pt x="147" y="227"/>
                    </a:cubicBezTo>
                    <a:cubicBezTo>
                      <a:pt x="143" y="229"/>
                      <a:pt x="139" y="231"/>
                      <a:pt x="134" y="233"/>
                    </a:cubicBezTo>
                    <a:cubicBezTo>
                      <a:pt x="130" y="235"/>
                      <a:pt x="126" y="237"/>
                      <a:pt x="122" y="238"/>
                    </a:cubicBezTo>
                    <a:lnTo>
                      <a:pt x="122" y="256"/>
                    </a:lnTo>
                    <a:cubicBezTo>
                      <a:pt x="125" y="255"/>
                      <a:pt x="129" y="254"/>
                      <a:pt x="132" y="253"/>
                    </a:cubicBezTo>
                    <a:cubicBezTo>
                      <a:pt x="136" y="251"/>
                      <a:pt x="140" y="249"/>
                      <a:pt x="143" y="247"/>
                    </a:cubicBezTo>
                    <a:cubicBezTo>
                      <a:pt x="146" y="246"/>
                      <a:pt x="150" y="244"/>
                      <a:pt x="153" y="242"/>
                    </a:cubicBezTo>
                    <a:cubicBezTo>
                      <a:pt x="155" y="240"/>
                      <a:pt x="156" y="238"/>
                      <a:pt x="158" y="237"/>
                    </a:cubicBezTo>
                    <a:lnTo>
                      <a:pt x="158" y="374"/>
                    </a:lnTo>
                    <a:lnTo>
                      <a:pt x="176" y="374"/>
                    </a:lnTo>
                    <a:lnTo>
                      <a:pt x="176" y="212"/>
                    </a:lnTo>
                    <a:lnTo>
                      <a:pt x="169" y="212"/>
                    </a:lnTo>
                    <a:close/>
                    <a:moveTo>
                      <a:pt x="277" y="213"/>
                    </a:moveTo>
                    <a:cubicBezTo>
                      <a:pt x="268" y="213"/>
                      <a:pt x="260" y="214"/>
                      <a:pt x="254" y="217"/>
                    </a:cubicBezTo>
                    <a:cubicBezTo>
                      <a:pt x="248" y="219"/>
                      <a:pt x="241" y="223"/>
                      <a:pt x="236" y="228"/>
                    </a:cubicBezTo>
                    <a:lnTo>
                      <a:pt x="236" y="247"/>
                    </a:lnTo>
                    <a:cubicBezTo>
                      <a:pt x="239" y="245"/>
                      <a:pt x="242" y="242"/>
                      <a:pt x="245" y="240"/>
                    </a:cubicBezTo>
                    <a:cubicBezTo>
                      <a:pt x="248" y="237"/>
                      <a:pt x="251" y="235"/>
                      <a:pt x="254" y="233"/>
                    </a:cubicBezTo>
                    <a:cubicBezTo>
                      <a:pt x="257" y="232"/>
                      <a:pt x="260" y="231"/>
                      <a:pt x="264" y="230"/>
                    </a:cubicBezTo>
                    <a:cubicBezTo>
                      <a:pt x="267" y="229"/>
                      <a:pt x="271" y="228"/>
                      <a:pt x="274" y="228"/>
                    </a:cubicBezTo>
                    <a:cubicBezTo>
                      <a:pt x="278" y="228"/>
                      <a:pt x="282" y="229"/>
                      <a:pt x="286" y="230"/>
                    </a:cubicBezTo>
                    <a:cubicBezTo>
                      <a:pt x="289" y="231"/>
                      <a:pt x="293" y="233"/>
                      <a:pt x="295" y="235"/>
                    </a:cubicBezTo>
                    <a:cubicBezTo>
                      <a:pt x="298" y="237"/>
                      <a:pt x="300" y="241"/>
                      <a:pt x="302" y="245"/>
                    </a:cubicBezTo>
                    <a:cubicBezTo>
                      <a:pt x="303" y="248"/>
                      <a:pt x="303" y="252"/>
                      <a:pt x="303" y="257"/>
                    </a:cubicBezTo>
                    <a:cubicBezTo>
                      <a:pt x="303" y="261"/>
                      <a:pt x="304" y="266"/>
                      <a:pt x="303" y="269"/>
                    </a:cubicBezTo>
                    <a:cubicBezTo>
                      <a:pt x="302" y="273"/>
                      <a:pt x="300" y="277"/>
                      <a:pt x="297" y="281"/>
                    </a:cubicBezTo>
                    <a:cubicBezTo>
                      <a:pt x="295" y="285"/>
                      <a:pt x="291" y="289"/>
                      <a:pt x="288" y="292"/>
                    </a:cubicBezTo>
                    <a:cubicBezTo>
                      <a:pt x="284" y="296"/>
                      <a:pt x="279" y="300"/>
                      <a:pt x="273" y="304"/>
                    </a:cubicBezTo>
                    <a:cubicBezTo>
                      <a:pt x="265" y="310"/>
                      <a:pt x="259" y="315"/>
                      <a:pt x="253" y="320"/>
                    </a:cubicBezTo>
                    <a:cubicBezTo>
                      <a:pt x="248" y="324"/>
                      <a:pt x="243" y="329"/>
                      <a:pt x="240" y="334"/>
                    </a:cubicBezTo>
                    <a:cubicBezTo>
                      <a:pt x="237" y="339"/>
                      <a:pt x="234" y="343"/>
                      <a:pt x="233" y="348"/>
                    </a:cubicBezTo>
                    <a:cubicBezTo>
                      <a:pt x="231" y="353"/>
                      <a:pt x="230" y="360"/>
                      <a:pt x="230" y="367"/>
                    </a:cubicBezTo>
                    <a:lnTo>
                      <a:pt x="230" y="374"/>
                    </a:lnTo>
                    <a:lnTo>
                      <a:pt x="328" y="374"/>
                    </a:lnTo>
                    <a:lnTo>
                      <a:pt x="328" y="358"/>
                    </a:lnTo>
                    <a:lnTo>
                      <a:pt x="250" y="358"/>
                    </a:lnTo>
                    <a:cubicBezTo>
                      <a:pt x="250" y="353"/>
                      <a:pt x="250" y="349"/>
                      <a:pt x="251" y="346"/>
                    </a:cubicBezTo>
                    <a:cubicBezTo>
                      <a:pt x="252" y="343"/>
                      <a:pt x="254" y="340"/>
                      <a:pt x="257" y="337"/>
                    </a:cubicBezTo>
                    <a:cubicBezTo>
                      <a:pt x="259" y="333"/>
                      <a:pt x="263" y="330"/>
                      <a:pt x="268" y="326"/>
                    </a:cubicBezTo>
                    <a:cubicBezTo>
                      <a:pt x="273" y="322"/>
                      <a:pt x="279" y="318"/>
                      <a:pt x="287" y="313"/>
                    </a:cubicBezTo>
                    <a:cubicBezTo>
                      <a:pt x="293" y="308"/>
                      <a:pt x="298" y="304"/>
                      <a:pt x="303" y="299"/>
                    </a:cubicBezTo>
                    <a:cubicBezTo>
                      <a:pt x="307" y="295"/>
                      <a:pt x="310" y="292"/>
                      <a:pt x="313" y="287"/>
                    </a:cubicBezTo>
                    <a:cubicBezTo>
                      <a:pt x="316" y="283"/>
                      <a:pt x="319" y="278"/>
                      <a:pt x="320" y="273"/>
                    </a:cubicBezTo>
                    <a:cubicBezTo>
                      <a:pt x="322" y="268"/>
                      <a:pt x="322" y="262"/>
                      <a:pt x="322" y="255"/>
                    </a:cubicBezTo>
                    <a:cubicBezTo>
                      <a:pt x="322" y="249"/>
                      <a:pt x="321" y="243"/>
                      <a:pt x="318" y="238"/>
                    </a:cubicBezTo>
                    <a:cubicBezTo>
                      <a:pt x="316" y="232"/>
                      <a:pt x="313" y="227"/>
                      <a:pt x="309" y="224"/>
                    </a:cubicBezTo>
                    <a:cubicBezTo>
                      <a:pt x="305" y="220"/>
                      <a:pt x="300" y="218"/>
                      <a:pt x="295" y="216"/>
                    </a:cubicBezTo>
                    <a:cubicBezTo>
                      <a:pt x="289" y="214"/>
                      <a:pt x="283" y="213"/>
                      <a:pt x="277" y="213"/>
                    </a:cubicBezTo>
                    <a:close/>
                  </a:path>
                </a:pathLst>
              </a:custGeom>
              <a:solidFill>
                <a:srgbClr val="80808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 spc="-80">
                  <a:solidFill>
                    <a:srgbClr val="5F5F5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84F4993-87B8-5CBA-26A3-59F99303CF68}"/>
              </a:ext>
            </a:extLst>
          </p:cNvPr>
          <p:cNvSpPr/>
          <p:nvPr/>
        </p:nvSpPr>
        <p:spPr>
          <a:xfrm>
            <a:off x="1471834" y="1586916"/>
            <a:ext cx="4212000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bIns="0" rtlCol="0" anchor="ctr" anchorCtr="0"/>
          <a:lstStyle/>
          <a:p>
            <a:r>
              <a:rPr lang="ko-KR" altLang="en-US" sz="700" spc="-5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문의 연락처를 입력해 주세요</a:t>
            </a:r>
            <a:endParaRPr lang="ko-KR" altLang="en-US" sz="700" spc="-5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CE02E30-8822-206F-60E2-133C6D7CDCAE}"/>
              </a:ext>
            </a:extLst>
          </p:cNvPr>
          <p:cNvSpPr/>
          <p:nvPr/>
        </p:nvSpPr>
        <p:spPr>
          <a:xfrm>
            <a:off x="1471833" y="2692305"/>
            <a:ext cx="4212001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bIns="0" rtlCol="0" anchor="ctr" anchorCtr="0"/>
          <a:lstStyle/>
          <a:p>
            <a:r>
              <a:rPr lang="ko-KR" altLang="en-US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티켓정보</a:t>
            </a:r>
            <a:r>
              <a:rPr lang="en-US" altLang="ko-KR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가격</a:t>
            </a:r>
            <a:r>
              <a:rPr lang="en-US" altLang="ko-KR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입력해 주세요</a:t>
            </a:r>
            <a:r>
              <a:rPr lang="en-US" altLang="ko-KR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700" spc="-5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084B2645-E6B2-A88A-DD45-84C5B1566ADD}"/>
              </a:ext>
            </a:extLst>
          </p:cNvPr>
          <p:cNvSpPr/>
          <p:nvPr/>
        </p:nvSpPr>
        <p:spPr>
          <a:xfrm>
            <a:off x="111290" y="1213678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6C112BDB-B563-C35F-F3F3-98891399FEE5}"/>
              </a:ext>
            </a:extLst>
          </p:cNvPr>
          <p:cNvSpPr/>
          <p:nvPr/>
        </p:nvSpPr>
        <p:spPr>
          <a:xfrm>
            <a:off x="111290" y="1601126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0CBB934E-0247-AE57-12C5-18FD69823410}"/>
              </a:ext>
            </a:extLst>
          </p:cNvPr>
          <p:cNvSpPr/>
          <p:nvPr/>
        </p:nvSpPr>
        <p:spPr>
          <a:xfrm>
            <a:off x="111290" y="1966708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62906144-DC27-8125-9AFB-CC2CDC33183A}"/>
              </a:ext>
            </a:extLst>
          </p:cNvPr>
          <p:cNvSpPr/>
          <p:nvPr/>
        </p:nvSpPr>
        <p:spPr>
          <a:xfrm>
            <a:off x="111290" y="2315782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E99FABB5-A1E0-4A4E-EAE4-54BBA384A944}"/>
              </a:ext>
            </a:extLst>
          </p:cNvPr>
          <p:cNvSpPr/>
          <p:nvPr/>
        </p:nvSpPr>
        <p:spPr>
          <a:xfrm>
            <a:off x="111290" y="2738669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865DC35-3EA6-508B-080D-060152B45008}"/>
              </a:ext>
            </a:extLst>
          </p:cNvPr>
          <p:cNvSpPr txBox="1"/>
          <p:nvPr/>
        </p:nvSpPr>
        <p:spPr>
          <a:xfrm>
            <a:off x="3483869" y="1249638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67" name="Group 160">
            <a:extLst>
              <a:ext uri="{FF2B5EF4-FFF2-40B4-BE49-F238E27FC236}">
                <a16:creationId xmlns:a16="http://schemas.microsoft.com/office/drawing/2014/main" id="{19CE50CE-B21D-B71D-3C4D-02A7B6872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639359"/>
              </p:ext>
            </p:extLst>
          </p:nvPr>
        </p:nvGraphicFramePr>
        <p:xfrm>
          <a:off x="9521825" y="430403"/>
          <a:ext cx="2664000" cy="5816600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</a:p>
                  </a:txBody>
                  <a:tcPr marL="83041" marR="83041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공연정보 관리 </a:t>
                      </a: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kumimoji="1" lang="ko-KR" altLang="en-US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목록  </a:t>
                      </a: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kumimoji="1" lang="ko-KR" altLang="en-US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등록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등록 페이지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공통기능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kumimoji="1" lang="ko-KR" altLang="en-US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관리자페이지 중복기능 통합 가이드</a:t>
                      </a: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 p.4</a:t>
                      </a:r>
                    </a:p>
                  </a:txBody>
                  <a:tcPr marL="72000" marR="36000" marT="72000" marB="72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56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예매 기간 설정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 기간 설정 영역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일시 입력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형식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 YYYY.MM.DD </a:t>
                      </a:r>
                      <a:r>
                        <a:rPr kumimoji="1" lang="en-US" altLang="ko-KR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hh:mm:ss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메인 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공연티켓 연동 영역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kumimoji="1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6708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문의 </a:t>
                      </a:r>
                      <a:r>
                        <a:rPr kumimoji="1" lang="ko-KR" altLang="en-US" sz="8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연력처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영역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영문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숫자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특수문자 허용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문의 연락처를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12454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예매  외부 링크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영문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숫자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특수문자 허용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예매하기 링크를 입력해 주세요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http~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형식 확인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후 저장 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사용자 페이지의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예매하기 버튼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에 해당 링크 랜딩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공연구분 값이 대관 공연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 경우만 활성화</a:t>
                      </a:r>
                      <a:endParaRPr kumimoji="1" lang="en-US" altLang="ko-KR" sz="8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67702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공연코드 입력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허용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공연코드를 입력해주세요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인터파크 연동 공연 코드 입니다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인터파크 공연 정보 연동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공연구분 값이 기획 공연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 경우만 활성화</a:t>
                      </a:r>
                      <a:endParaRPr kumimoji="1" lang="en-US" altLang="ko-KR" sz="8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77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티켓 정보 입력 영역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허용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티켓정보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가격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을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9641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</a:t>
                      </a:r>
                      <a:endParaRPr kumimoji="1" lang="en-US" altLang="ko-KR" sz="8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관람 등급 입력 영역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허용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관람 등급을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499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본문 입력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에디터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영역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에디터 기능을 이용하여 문자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이미지 첨부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4078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첨부파일 업로드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영역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파일 추가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파일 탐색기로 업로드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복수 업로드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30MB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제한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업로드 시 파일 영역에 파일명 및 삭제 버튼 표시</a:t>
                      </a: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641710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EA30DA64-5F25-1771-4A8E-0AB541ED9F54}"/>
              </a:ext>
            </a:extLst>
          </p:cNvPr>
          <p:cNvSpPr/>
          <p:nvPr/>
        </p:nvSpPr>
        <p:spPr>
          <a:xfrm>
            <a:off x="4350790" y="6149034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0D5E769-6F55-0FF5-2F76-50F14A46A4E5}"/>
              </a:ext>
            </a:extLst>
          </p:cNvPr>
          <p:cNvSpPr/>
          <p:nvPr/>
        </p:nvSpPr>
        <p:spPr>
          <a:xfrm>
            <a:off x="5208582" y="6149034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C0F78D3-6629-CFDD-AB2F-BEB475C26136}"/>
              </a:ext>
            </a:extLst>
          </p:cNvPr>
          <p:cNvSpPr/>
          <p:nvPr/>
        </p:nvSpPr>
        <p:spPr>
          <a:xfrm>
            <a:off x="1471833" y="2324658"/>
            <a:ext cx="4212001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bIns="0" rtlCol="0" anchor="ctr" anchorCtr="0"/>
          <a:lstStyle/>
          <a:p>
            <a:r>
              <a:rPr lang="ko-KR" altLang="en-US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공연 코드를 입력해 주세요</a:t>
            </a:r>
            <a:r>
              <a:rPr lang="en-US" altLang="ko-KR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(</a:t>
            </a:r>
            <a:r>
              <a:rPr lang="ko-KR" altLang="en-US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인터파크 연동 공연 코드 입니다</a:t>
            </a:r>
            <a:r>
              <a:rPr lang="en-US" altLang="ko-KR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.)</a:t>
            </a:r>
            <a:endParaRPr lang="ko-KR" altLang="en-US" sz="700" spc="-5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C9B4D2E-9C76-7DBE-39B3-48E61BAA3564}"/>
              </a:ext>
            </a:extLst>
          </p:cNvPr>
          <p:cNvSpPr/>
          <p:nvPr/>
        </p:nvSpPr>
        <p:spPr>
          <a:xfrm>
            <a:off x="111290" y="3062850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8E0AD09-3301-8D78-AB91-EAF3D930B0A9}"/>
              </a:ext>
            </a:extLst>
          </p:cNvPr>
          <p:cNvSpPr/>
          <p:nvPr/>
        </p:nvSpPr>
        <p:spPr>
          <a:xfrm>
            <a:off x="1445096" y="5162811"/>
            <a:ext cx="650026" cy="225960"/>
          </a:xfrm>
          <a:prstGeom prst="roundRect">
            <a:avLst>
              <a:gd name="adj" fmla="val 919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파일 추가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61FFE213-3A4A-14DC-05C8-931C519A2AF9}"/>
              </a:ext>
            </a:extLst>
          </p:cNvPr>
          <p:cNvSpPr/>
          <p:nvPr/>
        </p:nvSpPr>
        <p:spPr>
          <a:xfrm>
            <a:off x="89065" y="5327339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533956E5-DF98-ADF3-ADD0-DD35067AE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336922"/>
              </p:ext>
            </p:extLst>
          </p:nvPr>
        </p:nvGraphicFramePr>
        <p:xfrm>
          <a:off x="6841515" y="4383182"/>
          <a:ext cx="2664000" cy="2384511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1614763261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91512974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게시여부</a:t>
                      </a:r>
                    </a:p>
                    <a:p>
                      <a:pPr marL="171450" indent="-171450">
                        <a:lnSpc>
                          <a:spcPct val="112000"/>
                        </a:lnSpc>
                        <a:buFontTx/>
                        <a:buChar char="-"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라디오 버튼</a:t>
                      </a:r>
                    </a:p>
                    <a:p>
                      <a:pPr marL="171450" indent="-171450">
                        <a:lnSpc>
                          <a:spcPct val="112000"/>
                        </a:lnSpc>
                        <a:buFontTx/>
                        <a:buChar char="-"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미게시</a:t>
                      </a:r>
                      <a:endParaRPr kumimoji="1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>
                        <a:lnSpc>
                          <a:spcPct val="112000"/>
                        </a:lnSpc>
                        <a:buFontTx/>
                        <a:buChar char="-"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미게시</a:t>
                      </a:r>
                      <a:endParaRPr kumimoji="1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>
                        <a:lnSpc>
                          <a:spcPct val="112000"/>
                        </a:lnSpc>
                        <a:buFontTx/>
                        <a:buChar char="-"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미게시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선택시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사용자페이지에서 숨김 처리</a:t>
                      </a: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83691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 초기화 버튼</a:t>
                      </a:r>
                    </a:p>
                    <a:p>
                      <a:pPr marL="171450" indent="-171450">
                        <a:lnSpc>
                          <a:spcPct val="112000"/>
                        </a:lnSpc>
                        <a:buFontTx/>
                        <a:buChar char="-"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 초기화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입력한 등록 정보 초기값으로 변경</a:t>
                      </a: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454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 버튼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>
                        <a:lnSpc>
                          <a:spcPct val="112000"/>
                        </a:lnSpc>
                        <a:buFontTx/>
                        <a:buChar char="-"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유효성 검사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미입력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미입력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항목 우측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경고문구 표시 및 해당 영역으로 이동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중복일 경우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최상단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우선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입력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 정보 저장 후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Alert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_’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 완료되었습니다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.’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 클릭 시 목록페이지로 이동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44103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</a:t>
                      </a:r>
                    </a:p>
                  </a:txBody>
                  <a:tcPr marL="0" marR="0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버튼</a:t>
                      </a:r>
                    </a:p>
                    <a:p>
                      <a:pPr marL="171450" indent="-171450">
                        <a:lnSpc>
                          <a:spcPct val="112000"/>
                        </a:lnSpc>
                        <a:buFontTx/>
                        <a:buChar char="-"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목록 페이지로 이동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821726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50EC725-4BDE-15C5-D084-29FBE82A1CED}"/>
              </a:ext>
            </a:extLst>
          </p:cNvPr>
          <p:cNvSpPr txBox="1"/>
          <p:nvPr/>
        </p:nvSpPr>
        <p:spPr>
          <a:xfrm>
            <a:off x="1456378" y="5474782"/>
            <a:ext cx="7646125" cy="4001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Drag files to upload</a:t>
            </a:r>
          </a:p>
          <a:p>
            <a:pPr lvl="0" algn="ctr">
              <a:defRPr/>
            </a:pP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용량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 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30MB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개수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 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확장자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All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2CDB74F-B9F4-A1BB-2019-8B8089D8DA9D}"/>
              </a:ext>
            </a:extLst>
          </p:cNvPr>
          <p:cNvSpPr/>
          <p:nvPr/>
        </p:nvSpPr>
        <p:spPr>
          <a:xfrm>
            <a:off x="89065" y="5948158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6147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E5A49-FFCD-AD8C-62F2-13E91EA0B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69CC11-F44C-4CE2-7139-0D86F96A0E7D}"/>
              </a:ext>
            </a:extLst>
          </p:cNvPr>
          <p:cNvSpPr txBox="1"/>
          <p:nvPr/>
        </p:nvSpPr>
        <p:spPr>
          <a:xfrm>
            <a:off x="695325" y="1921062"/>
            <a:ext cx="2924840" cy="1292662"/>
          </a:xfrm>
          <a:prstGeom prst="rect">
            <a:avLst/>
          </a:prstGeom>
          <a:noFill/>
        </p:spPr>
        <p:txBody>
          <a:bodyPr wrap="none" lIns="0" tIns="0" bIns="0" rtlCol="0">
            <a:spAutoFit/>
          </a:bodyPr>
          <a:lstStyle/>
          <a:p>
            <a:r>
              <a:rPr lang="ko-KR" altLang="en-US" sz="3600" b="1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관리</a:t>
            </a:r>
            <a:r>
              <a:rPr lang="en-US" altLang="ko-KR" sz="3600" b="1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br>
              <a:rPr lang="en-US" altLang="ko-KR" sz="3600" b="1" dirty="0">
                <a:solidFill>
                  <a:srgbClr val="514B4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endParaRPr lang="en-US" altLang="ko-KR" sz="1600" b="1" dirty="0">
              <a:solidFill>
                <a:srgbClr val="514B4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목록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신청자 목록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7814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C4F05-0C88-1011-177E-B851CDE57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2C84FE9-09E6-C669-A4CB-5B91CA6CCDE6}"/>
              </a:ext>
            </a:extLst>
          </p:cNvPr>
          <p:cNvGraphicFramePr>
            <a:graphicFrameLocks noGrp="1"/>
          </p:cNvGraphicFramePr>
          <p:nvPr/>
        </p:nvGraphicFramePr>
        <p:xfrm>
          <a:off x="392068" y="2784486"/>
          <a:ext cx="8764632" cy="3497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17">
                  <a:extLst>
                    <a:ext uri="{9D8B030D-6E8A-4147-A177-3AD203B41FA5}">
                      <a16:colId xmlns:a16="http://schemas.microsoft.com/office/drawing/2014/main" val="3840245206"/>
                    </a:ext>
                  </a:extLst>
                </a:gridCol>
                <a:gridCol w="351185">
                  <a:extLst>
                    <a:ext uri="{9D8B030D-6E8A-4147-A177-3AD203B41FA5}">
                      <a16:colId xmlns:a16="http://schemas.microsoft.com/office/drawing/2014/main" val="2436719631"/>
                    </a:ext>
                  </a:extLst>
                </a:gridCol>
                <a:gridCol w="802905">
                  <a:extLst>
                    <a:ext uri="{9D8B030D-6E8A-4147-A177-3AD203B41FA5}">
                      <a16:colId xmlns:a16="http://schemas.microsoft.com/office/drawing/2014/main" val="3099329440"/>
                    </a:ext>
                  </a:extLst>
                </a:gridCol>
                <a:gridCol w="3063417">
                  <a:extLst>
                    <a:ext uri="{9D8B030D-6E8A-4147-A177-3AD203B41FA5}">
                      <a16:colId xmlns:a16="http://schemas.microsoft.com/office/drawing/2014/main" val="4052695663"/>
                    </a:ext>
                  </a:extLst>
                </a:gridCol>
                <a:gridCol w="2374358">
                  <a:extLst>
                    <a:ext uri="{9D8B030D-6E8A-4147-A177-3AD203B41FA5}">
                      <a16:colId xmlns:a16="http://schemas.microsoft.com/office/drawing/2014/main" val="3310088545"/>
                    </a:ext>
                  </a:extLst>
                </a:gridCol>
                <a:gridCol w="1083291">
                  <a:extLst>
                    <a:ext uri="{9D8B030D-6E8A-4147-A177-3AD203B41FA5}">
                      <a16:colId xmlns:a16="http://schemas.microsoft.com/office/drawing/2014/main" val="2776120038"/>
                    </a:ext>
                  </a:extLst>
                </a:gridCol>
                <a:gridCol w="890459">
                  <a:extLst>
                    <a:ext uri="{9D8B030D-6E8A-4147-A177-3AD203B41FA5}">
                      <a16:colId xmlns:a16="http://schemas.microsoft.com/office/drawing/2014/main" val="12446550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spc="-50" baseline="0" dirty="0">
                          <a:solidFill>
                            <a:srgbClr val="333333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</a:p>
                  </a:txBody>
                  <a:tcPr marL="3600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</a:t>
                      </a:r>
                      <a:endParaRPr lang="ko-KR" altLang="en-US" sz="800" b="1" spc="-50" baseline="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이미지      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위치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909828"/>
                  </a:ext>
                </a:extLst>
              </a:tr>
              <a:tr h="664955">
                <a:tc>
                  <a:txBody>
                    <a:bodyPr/>
                    <a:lstStyle/>
                    <a:p>
                      <a:pPr algn="ctr"/>
                      <a:r>
                        <a:rPr kumimoji="0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u="none" spc="-50" baseline="0" dirty="0">
                          <a:solidFill>
                            <a:srgbClr val="333333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파랑아트홀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관악구 은천로  ＮＮＮ호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YYYY.MM.DD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523410"/>
                  </a:ext>
                </a:extLst>
              </a:tr>
              <a:tr h="645090">
                <a:tc>
                  <a:txBody>
                    <a:bodyPr/>
                    <a:lstStyle/>
                    <a:p>
                      <a:pPr algn="ctr"/>
                      <a:r>
                        <a:rPr kumimoji="0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u="none" spc="-50" baseline="0" dirty="0">
                          <a:solidFill>
                            <a:srgbClr val="333333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49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노랑아트홀1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관악구 은천로  ＮＮＮ호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미게시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2025.10.10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013132"/>
                  </a:ext>
                </a:extLst>
              </a:tr>
              <a:tr h="638828">
                <a:tc>
                  <a:txBody>
                    <a:bodyPr/>
                    <a:lstStyle/>
                    <a:p>
                      <a:pPr algn="ctr"/>
                      <a:r>
                        <a:rPr kumimoji="0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u="none" spc="-50" baseline="0" dirty="0">
                          <a:solidFill>
                            <a:srgbClr val="333333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49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검정아트홀2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관악구 은천로  ＮＮＮ호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2025.10.10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05086"/>
                  </a:ext>
                </a:extLst>
              </a:tr>
              <a:tr h="651353">
                <a:tc>
                  <a:txBody>
                    <a:bodyPr/>
                    <a:lstStyle/>
                    <a:p>
                      <a:pPr algn="ctr"/>
                      <a:r>
                        <a:rPr kumimoji="0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u="none" spc="-50" baseline="0" dirty="0">
                          <a:solidFill>
                            <a:srgbClr val="333333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파랑아트홀3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관악구 은천로  ＮＮＮ호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2025.10.10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906754"/>
                  </a:ext>
                </a:extLst>
              </a:tr>
              <a:tr h="645090">
                <a:tc>
                  <a:txBody>
                    <a:bodyPr/>
                    <a:lstStyle/>
                    <a:p>
                      <a:pPr algn="ctr"/>
                      <a:r>
                        <a:rPr kumimoji="0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u="none" spc="-50" baseline="0" dirty="0">
                          <a:solidFill>
                            <a:srgbClr val="333333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</a:t>
                      </a:r>
                      <a:endParaRPr lang="ko-KR" altLang="en-US" sz="800" u="none" spc="-50" baseline="0" dirty="0">
                        <a:solidFill>
                          <a:srgbClr val="333333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노랑아트홀4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관악구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은천로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ＮＮＮ호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2025.10.10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737109"/>
                  </a:ext>
                </a:extLst>
              </a:tr>
            </a:tbl>
          </a:graphicData>
        </a:graphic>
      </p:graphicFrame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8F19214-7D50-60C6-94CC-31DAAED4E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시설대관 목록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985850-384B-DF7C-48DC-21CB83B960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Home &gt; </a:t>
            </a:r>
            <a:r>
              <a:rPr lang="ko-KR" altLang="en-US" dirty="0"/>
              <a:t>시설대관 관리</a:t>
            </a:r>
            <a:r>
              <a:rPr lang="en-US" altLang="ko-KR" dirty="0"/>
              <a:t>(A)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시설대관 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96544-F377-0A49-6A42-890F1BBE03C7}"/>
              </a:ext>
            </a:extLst>
          </p:cNvPr>
          <p:cNvSpPr txBox="1"/>
          <p:nvPr/>
        </p:nvSpPr>
        <p:spPr>
          <a:xfrm>
            <a:off x="390956" y="874712"/>
            <a:ext cx="166834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20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 목록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B5B802-B1B7-0A80-FFA6-5E16442EFA5D}"/>
              </a:ext>
            </a:extLst>
          </p:cNvPr>
          <p:cNvSpPr/>
          <p:nvPr/>
        </p:nvSpPr>
        <p:spPr>
          <a:xfrm>
            <a:off x="369433" y="1105631"/>
            <a:ext cx="8789310" cy="8603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62C491F-CD33-1294-79A5-F30E6F3D8879}"/>
              </a:ext>
            </a:extLst>
          </p:cNvPr>
          <p:cNvGrpSpPr/>
          <p:nvPr/>
        </p:nvGrpSpPr>
        <p:grpSpPr>
          <a:xfrm>
            <a:off x="735120" y="1509939"/>
            <a:ext cx="5394054" cy="251319"/>
            <a:chOff x="743415" y="1951759"/>
            <a:chExt cx="5394054" cy="251319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F8A94130-FCB7-770C-F15C-BA0A891756C6}"/>
                </a:ext>
              </a:extLst>
            </p:cNvPr>
            <p:cNvGrpSpPr/>
            <p:nvPr/>
          </p:nvGrpSpPr>
          <p:grpSpPr>
            <a:xfrm>
              <a:off x="1249253" y="1951759"/>
              <a:ext cx="1966912" cy="248314"/>
              <a:chOff x="2402603" y="3523946"/>
              <a:chExt cx="1966912" cy="248314"/>
            </a:xfrm>
          </p:grpSpPr>
          <p:grpSp>
            <p:nvGrpSpPr>
              <p:cNvPr id="17" name="Date Field" descr="&lt;SmartSettings&gt;&lt;SmartResize enabled=&quot;True&quot; minWidth=&quot;20&quot; minHeight=&quot;13&quot; /&gt;&lt;/SmartSettings&gt;">
                <a:extLst>
                  <a:ext uri="{FF2B5EF4-FFF2-40B4-BE49-F238E27FC236}">
                    <a16:creationId xmlns:a16="http://schemas.microsoft.com/office/drawing/2014/main" id="{185BA7E8-67FD-B392-D9BF-E22E71A6DB16}"/>
                  </a:ext>
                </a:extLst>
              </p:cNvPr>
              <p:cNvGrpSpPr/>
              <p:nvPr/>
            </p:nvGrpSpPr>
            <p:grpSpPr>
              <a:xfrm>
                <a:off x="2402603" y="3523946"/>
                <a:ext cx="890673" cy="241092"/>
                <a:chOff x="928689" y="1251717"/>
                <a:chExt cx="756980" cy="241092"/>
              </a:xfrm>
            </p:grpSpPr>
            <p:sp>
              <p:nvSpPr>
                <p:cNvPr id="22" name="Text Box">
                  <a:extLst>
                    <a:ext uri="{FF2B5EF4-FFF2-40B4-BE49-F238E27FC236}">
                      <a16:creationId xmlns:a16="http://schemas.microsoft.com/office/drawing/2014/main" id="{7860901B-9ED4-7E31-EBD1-23384ACB4782}"/>
                    </a:ext>
                  </a:extLst>
                </p:cNvPr>
                <p:cNvSpPr/>
                <p:nvPr/>
              </p:nvSpPr>
              <p:spPr>
                <a:xfrm>
                  <a:off x="928689" y="1251717"/>
                  <a:ext cx="756980" cy="24109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txBody>
  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atinLnBrk="1"/>
                  <a:r>
                    <a:rPr lang="ko-KR" altLang="en-US" sz="800" spc="-80" dirty="0">
                      <a:solidFill>
                        <a:srgbClr val="7F7F7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날짜선택</a:t>
                  </a:r>
                  <a:endParaRPr lang="en-US" sz="800" spc="-80" dirty="0">
                    <a:solidFill>
                      <a:srgbClr val="7F7F7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23" name="Date Picker Icon" descr="&lt;Tags&gt;&lt;SMARTRESIZEANCHORS&gt;None,None,None,Absolute&lt;/SMARTRESIZEANCHORS&gt;&lt;/Tags&gt;">
                  <a:extLst>
                    <a:ext uri="{FF2B5EF4-FFF2-40B4-BE49-F238E27FC236}">
                      <a16:creationId xmlns:a16="http://schemas.microsoft.com/office/drawing/2014/main" id="{A001D40E-742F-9CF5-3700-A2AFDC08E5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1064" y="1295204"/>
                  <a:ext cx="151264" cy="154118"/>
                </a:xfrm>
                <a:custGeom>
                  <a:avLst/>
                  <a:gdLst>
                    <a:gd name="T0" fmla="*/ 115 w 450"/>
                    <a:gd name="T1" fmla="*/ 79 h 445"/>
                    <a:gd name="T2" fmla="*/ 132 w 450"/>
                    <a:gd name="T3" fmla="*/ 0 h 445"/>
                    <a:gd name="T4" fmla="*/ 318 w 450"/>
                    <a:gd name="T5" fmla="*/ 0 h 445"/>
                    <a:gd name="T6" fmla="*/ 336 w 450"/>
                    <a:gd name="T7" fmla="*/ 79 h 445"/>
                    <a:gd name="T8" fmla="*/ 318 w 450"/>
                    <a:gd name="T9" fmla="*/ 0 h 445"/>
                    <a:gd name="T10" fmla="*/ 0 w 450"/>
                    <a:gd name="T11" fmla="*/ 445 h 445"/>
                    <a:gd name="T12" fmla="*/ 450 w 450"/>
                    <a:gd name="T13" fmla="*/ 39 h 445"/>
                    <a:gd name="T14" fmla="*/ 360 w 450"/>
                    <a:gd name="T15" fmla="*/ 57 h 445"/>
                    <a:gd name="T16" fmla="*/ 432 w 450"/>
                    <a:gd name="T17" fmla="*/ 427 h 445"/>
                    <a:gd name="T18" fmla="*/ 18 w 450"/>
                    <a:gd name="T19" fmla="*/ 57 h 445"/>
                    <a:gd name="T20" fmla="*/ 88 w 450"/>
                    <a:gd name="T21" fmla="*/ 39 h 445"/>
                    <a:gd name="T22" fmla="*/ 156 w 450"/>
                    <a:gd name="T23" fmla="*/ 39 h 445"/>
                    <a:gd name="T24" fmla="*/ 295 w 450"/>
                    <a:gd name="T25" fmla="*/ 57 h 445"/>
                    <a:gd name="T26" fmla="*/ 156 w 450"/>
                    <a:gd name="T27" fmla="*/ 39 h 445"/>
                    <a:gd name="T28" fmla="*/ 45 w 450"/>
                    <a:gd name="T29" fmla="*/ 142 h 445"/>
                    <a:gd name="T30" fmla="*/ 405 w 450"/>
                    <a:gd name="T31" fmla="*/ 124 h 445"/>
                    <a:gd name="T32" fmla="*/ 169 w 450"/>
                    <a:gd name="T33" fmla="*/ 212 h 445"/>
                    <a:gd name="T34" fmla="*/ 147 w 450"/>
                    <a:gd name="T35" fmla="*/ 227 h 445"/>
                    <a:gd name="T36" fmla="*/ 122 w 450"/>
                    <a:gd name="T37" fmla="*/ 238 h 445"/>
                    <a:gd name="T38" fmla="*/ 132 w 450"/>
                    <a:gd name="T39" fmla="*/ 253 h 445"/>
                    <a:gd name="T40" fmla="*/ 153 w 450"/>
                    <a:gd name="T41" fmla="*/ 242 h 445"/>
                    <a:gd name="T42" fmla="*/ 158 w 450"/>
                    <a:gd name="T43" fmla="*/ 374 h 445"/>
                    <a:gd name="T44" fmla="*/ 176 w 450"/>
                    <a:gd name="T45" fmla="*/ 212 h 445"/>
                    <a:gd name="T46" fmla="*/ 277 w 450"/>
                    <a:gd name="T47" fmla="*/ 213 h 445"/>
                    <a:gd name="T48" fmla="*/ 236 w 450"/>
                    <a:gd name="T49" fmla="*/ 228 h 445"/>
                    <a:gd name="T50" fmla="*/ 245 w 450"/>
                    <a:gd name="T51" fmla="*/ 240 h 445"/>
                    <a:gd name="T52" fmla="*/ 264 w 450"/>
                    <a:gd name="T53" fmla="*/ 230 h 445"/>
                    <a:gd name="T54" fmla="*/ 286 w 450"/>
                    <a:gd name="T55" fmla="*/ 230 h 445"/>
                    <a:gd name="T56" fmla="*/ 302 w 450"/>
                    <a:gd name="T57" fmla="*/ 245 h 445"/>
                    <a:gd name="T58" fmla="*/ 303 w 450"/>
                    <a:gd name="T59" fmla="*/ 269 h 445"/>
                    <a:gd name="T60" fmla="*/ 288 w 450"/>
                    <a:gd name="T61" fmla="*/ 292 h 445"/>
                    <a:gd name="T62" fmla="*/ 253 w 450"/>
                    <a:gd name="T63" fmla="*/ 320 h 445"/>
                    <a:gd name="T64" fmla="*/ 233 w 450"/>
                    <a:gd name="T65" fmla="*/ 348 h 445"/>
                    <a:gd name="T66" fmla="*/ 230 w 450"/>
                    <a:gd name="T67" fmla="*/ 374 h 445"/>
                    <a:gd name="T68" fmla="*/ 328 w 450"/>
                    <a:gd name="T69" fmla="*/ 358 h 445"/>
                    <a:gd name="T70" fmla="*/ 251 w 450"/>
                    <a:gd name="T71" fmla="*/ 346 h 445"/>
                    <a:gd name="T72" fmla="*/ 268 w 450"/>
                    <a:gd name="T73" fmla="*/ 326 h 445"/>
                    <a:gd name="T74" fmla="*/ 303 w 450"/>
                    <a:gd name="T75" fmla="*/ 299 h 445"/>
                    <a:gd name="T76" fmla="*/ 320 w 450"/>
                    <a:gd name="T77" fmla="*/ 273 h 445"/>
                    <a:gd name="T78" fmla="*/ 318 w 450"/>
                    <a:gd name="T79" fmla="*/ 238 h 445"/>
                    <a:gd name="T80" fmla="*/ 295 w 450"/>
                    <a:gd name="T81" fmla="*/ 216 h 4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50" h="445">
                      <a:moveTo>
                        <a:pt x="115" y="0"/>
                      </a:moveTo>
                      <a:lnTo>
                        <a:pt x="115" y="79"/>
                      </a:lnTo>
                      <a:lnTo>
                        <a:pt x="132" y="79"/>
                      </a:lnTo>
                      <a:lnTo>
                        <a:pt x="132" y="0"/>
                      </a:lnTo>
                      <a:lnTo>
                        <a:pt x="115" y="0"/>
                      </a:lnTo>
                      <a:close/>
                      <a:moveTo>
                        <a:pt x="318" y="0"/>
                      </a:moveTo>
                      <a:lnTo>
                        <a:pt x="318" y="79"/>
                      </a:lnTo>
                      <a:lnTo>
                        <a:pt x="336" y="79"/>
                      </a:lnTo>
                      <a:lnTo>
                        <a:pt x="336" y="0"/>
                      </a:lnTo>
                      <a:lnTo>
                        <a:pt x="318" y="0"/>
                      </a:lnTo>
                      <a:close/>
                      <a:moveTo>
                        <a:pt x="0" y="39"/>
                      </a:moveTo>
                      <a:lnTo>
                        <a:pt x="0" y="445"/>
                      </a:lnTo>
                      <a:lnTo>
                        <a:pt x="450" y="445"/>
                      </a:lnTo>
                      <a:lnTo>
                        <a:pt x="450" y="39"/>
                      </a:lnTo>
                      <a:lnTo>
                        <a:pt x="360" y="39"/>
                      </a:lnTo>
                      <a:lnTo>
                        <a:pt x="360" y="57"/>
                      </a:lnTo>
                      <a:lnTo>
                        <a:pt x="432" y="57"/>
                      </a:lnTo>
                      <a:lnTo>
                        <a:pt x="432" y="427"/>
                      </a:lnTo>
                      <a:lnTo>
                        <a:pt x="18" y="427"/>
                      </a:lnTo>
                      <a:lnTo>
                        <a:pt x="18" y="57"/>
                      </a:lnTo>
                      <a:lnTo>
                        <a:pt x="88" y="57"/>
                      </a:lnTo>
                      <a:lnTo>
                        <a:pt x="88" y="39"/>
                      </a:lnTo>
                      <a:lnTo>
                        <a:pt x="0" y="39"/>
                      </a:lnTo>
                      <a:close/>
                      <a:moveTo>
                        <a:pt x="156" y="39"/>
                      </a:moveTo>
                      <a:lnTo>
                        <a:pt x="156" y="57"/>
                      </a:lnTo>
                      <a:lnTo>
                        <a:pt x="295" y="57"/>
                      </a:lnTo>
                      <a:lnTo>
                        <a:pt x="295" y="39"/>
                      </a:lnTo>
                      <a:lnTo>
                        <a:pt x="156" y="39"/>
                      </a:lnTo>
                      <a:close/>
                      <a:moveTo>
                        <a:pt x="45" y="124"/>
                      </a:moveTo>
                      <a:lnTo>
                        <a:pt x="45" y="142"/>
                      </a:lnTo>
                      <a:lnTo>
                        <a:pt x="405" y="142"/>
                      </a:lnTo>
                      <a:lnTo>
                        <a:pt x="405" y="124"/>
                      </a:lnTo>
                      <a:lnTo>
                        <a:pt x="45" y="124"/>
                      </a:lnTo>
                      <a:close/>
                      <a:moveTo>
                        <a:pt x="169" y="212"/>
                      </a:moveTo>
                      <a:cubicBezTo>
                        <a:pt x="167" y="215"/>
                        <a:pt x="163" y="217"/>
                        <a:pt x="160" y="219"/>
                      </a:cubicBezTo>
                      <a:cubicBezTo>
                        <a:pt x="156" y="222"/>
                        <a:pt x="152" y="225"/>
                        <a:pt x="147" y="227"/>
                      </a:cubicBezTo>
                      <a:cubicBezTo>
                        <a:pt x="143" y="229"/>
                        <a:pt x="139" y="231"/>
                        <a:pt x="134" y="233"/>
                      </a:cubicBezTo>
                      <a:cubicBezTo>
                        <a:pt x="130" y="235"/>
                        <a:pt x="126" y="237"/>
                        <a:pt x="122" y="238"/>
                      </a:cubicBezTo>
                      <a:lnTo>
                        <a:pt x="122" y="256"/>
                      </a:lnTo>
                      <a:cubicBezTo>
                        <a:pt x="125" y="255"/>
                        <a:pt x="129" y="254"/>
                        <a:pt x="132" y="253"/>
                      </a:cubicBezTo>
                      <a:cubicBezTo>
                        <a:pt x="136" y="251"/>
                        <a:pt x="140" y="249"/>
                        <a:pt x="143" y="247"/>
                      </a:cubicBezTo>
                      <a:cubicBezTo>
                        <a:pt x="146" y="246"/>
                        <a:pt x="150" y="244"/>
                        <a:pt x="153" y="242"/>
                      </a:cubicBezTo>
                      <a:cubicBezTo>
                        <a:pt x="155" y="240"/>
                        <a:pt x="156" y="238"/>
                        <a:pt x="158" y="237"/>
                      </a:cubicBezTo>
                      <a:lnTo>
                        <a:pt x="158" y="374"/>
                      </a:lnTo>
                      <a:lnTo>
                        <a:pt x="176" y="374"/>
                      </a:lnTo>
                      <a:lnTo>
                        <a:pt x="176" y="212"/>
                      </a:lnTo>
                      <a:lnTo>
                        <a:pt x="169" y="212"/>
                      </a:lnTo>
                      <a:close/>
                      <a:moveTo>
                        <a:pt x="277" y="213"/>
                      </a:moveTo>
                      <a:cubicBezTo>
                        <a:pt x="268" y="213"/>
                        <a:pt x="260" y="214"/>
                        <a:pt x="254" y="217"/>
                      </a:cubicBezTo>
                      <a:cubicBezTo>
                        <a:pt x="248" y="219"/>
                        <a:pt x="241" y="223"/>
                        <a:pt x="236" y="228"/>
                      </a:cubicBezTo>
                      <a:lnTo>
                        <a:pt x="236" y="247"/>
                      </a:lnTo>
                      <a:cubicBezTo>
                        <a:pt x="239" y="245"/>
                        <a:pt x="242" y="242"/>
                        <a:pt x="245" y="240"/>
                      </a:cubicBezTo>
                      <a:cubicBezTo>
                        <a:pt x="248" y="237"/>
                        <a:pt x="251" y="235"/>
                        <a:pt x="254" y="233"/>
                      </a:cubicBezTo>
                      <a:cubicBezTo>
                        <a:pt x="257" y="232"/>
                        <a:pt x="260" y="231"/>
                        <a:pt x="264" y="230"/>
                      </a:cubicBezTo>
                      <a:cubicBezTo>
                        <a:pt x="267" y="229"/>
                        <a:pt x="271" y="228"/>
                        <a:pt x="274" y="228"/>
                      </a:cubicBezTo>
                      <a:cubicBezTo>
                        <a:pt x="278" y="228"/>
                        <a:pt x="282" y="229"/>
                        <a:pt x="286" y="230"/>
                      </a:cubicBezTo>
                      <a:cubicBezTo>
                        <a:pt x="289" y="231"/>
                        <a:pt x="293" y="233"/>
                        <a:pt x="295" y="235"/>
                      </a:cubicBezTo>
                      <a:cubicBezTo>
                        <a:pt x="298" y="237"/>
                        <a:pt x="300" y="241"/>
                        <a:pt x="302" y="245"/>
                      </a:cubicBezTo>
                      <a:cubicBezTo>
                        <a:pt x="303" y="248"/>
                        <a:pt x="303" y="252"/>
                        <a:pt x="303" y="257"/>
                      </a:cubicBezTo>
                      <a:cubicBezTo>
                        <a:pt x="303" y="261"/>
                        <a:pt x="304" y="266"/>
                        <a:pt x="303" y="269"/>
                      </a:cubicBezTo>
                      <a:cubicBezTo>
                        <a:pt x="302" y="273"/>
                        <a:pt x="300" y="277"/>
                        <a:pt x="297" y="281"/>
                      </a:cubicBezTo>
                      <a:cubicBezTo>
                        <a:pt x="295" y="285"/>
                        <a:pt x="291" y="289"/>
                        <a:pt x="288" y="292"/>
                      </a:cubicBezTo>
                      <a:cubicBezTo>
                        <a:pt x="284" y="296"/>
                        <a:pt x="279" y="300"/>
                        <a:pt x="273" y="304"/>
                      </a:cubicBezTo>
                      <a:cubicBezTo>
                        <a:pt x="265" y="310"/>
                        <a:pt x="259" y="315"/>
                        <a:pt x="253" y="320"/>
                      </a:cubicBezTo>
                      <a:cubicBezTo>
                        <a:pt x="248" y="324"/>
                        <a:pt x="243" y="329"/>
                        <a:pt x="240" y="334"/>
                      </a:cubicBezTo>
                      <a:cubicBezTo>
                        <a:pt x="237" y="339"/>
                        <a:pt x="234" y="343"/>
                        <a:pt x="233" y="348"/>
                      </a:cubicBezTo>
                      <a:cubicBezTo>
                        <a:pt x="231" y="353"/>
                        <a:pt x="230" y="360"/>
                        <a:pt x="230" y="367"/>
                      </a:cubicBezTo>
                      <a:lnTo>
                        <a:pt x="230" y="374"/>
                      </a:lnTo>
                      <a:lnTo>
                        <a:pt x="328" y="374"/>
                      </a:lnTo>
                      <a:lnTo>
                        <a:pt x="328" y="358"/>
                      </a:lnTo>
                      <a:lnTo>
                        <a:pt x="250" y="358"/>
                      </a:lnTo>
                      <a:cubicBezTo>
                        <a:pt x="250" y="353"/>
                        <a:pt x="250" y="349"/>
                        <a:pt x="251" y="346"/>
                      </a:cubicBezTo>
                      <a:cubicBezTo>
                        <a:pt x="252" y="343"/>
                        <a:pt x="254" y="340"/>
                        <a:pt x="257" y="337"/>
                      </a:cubicBezTo>
                      <a:cubicBezTo>
                        <a:pt x="259" y="333"/>
                        <a:pt x="263" y="330"/>
                        <a:pt x="268" y="326"/>
                      </a:cubicBezTo>
                      <a:cubicBezTo>
                        <a:pt x="273" y="322"/>
                        <a:pt x="279" y="318"/>
                        <a:pt x="287" y="313"/>
                      </a:cubicBezTo>
                      <a:cubicBezTo>
                        <a:pt x="293" y="308"/>
                        <a:pt x="298" y="304"/>
                        <a:pt x="303" y="299"/>
                      </a:cubicBezTo>
                      <a:cubicBezTo>
                        <a:pt x="307" y="295"/>
                        <a:pt x="310" y="292"/>
                        <a:pt x="313" y="287"/>
                      </a:cubicBezTo>
                      <a:cubicBezTo>
                        <a:pt x="316" y="283"/>
                        <a:pt x="319" y="278"/>
                        <a:pt x="320" y="273"/>
                      </a:cubicBezTo>
                      <a:cubicBezTo>
                        <a:pt x="322" y="268"/>
                        <a:pt x="322" y="262"/>
                        <a:pt x="322" y="255"/>
                      </a:cubicBezTo>
                      <a:cubicBezTo>
                        <a:pt x="322" y="249"/>
                        <a:pt x="321" y="243"/>
                        <a:pt x="318" y="238"/>
                      </a:cubicBezTo>
                      <a:cubicBezTo>
                        <a:pt x="316" y="232"/>
                        <a:pt x="313" y="227"/>
                        <a:pt x="309" y="224"/>
                      </a:cubicBezTo>
                      <a:cubicBezTo>
                        <a:pt x="305" y="220"/>
                        <a:pt x="300" y="218"/>
                        <a:pt x="295" y="216"/>
                      </a:cubicBezTo>
                      <a:cubicBezTo>
                        <a:pt x="289" y="214"/>
                        <a:pt x="283" y="213"/>
                        <a:pt x="277" y="213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800" spc="-8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p:grp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9740D34A-2A0B-E913-9802-967AE8B95D77}"/>
                  </a:ext>
                </a:extLst>
              </p:cNvPr>
              <p:cNvSpPr/>
              <p:nvPr/>
            </p:nvSpPr>
            <p:spPr>
              <a:xfrm>
                <a:off x="3298842" y="3575243"/>
                <a:ext cx="180000" cy="12311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ko-KR" sz="800" spc="-8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~</a:t>
                </a:r>
                <a:endPara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grpSp>
            <p:nvGrpSpPr>
              <p:cNvPr id="19" name="Date Field" descr="&lt;SmartSettings&gt;&lt;SmartResize enabled=&quot;True&quot; minWidth=&quot;20&quot; minHeight=&quot;13&quot; /&gt;&lt;/SmartSettings&gt;">
                <a:extLst>
                  <a:ext uri="{FF2B5EF4-FFF2-40B4-BE49-F238E27FC236}">
                    <a16:creationId xmlns:a16="http://schemas.microsoft.com/office/drawing/2014/main" id="{CCB040A8-04BE-B515-E108-37DFBDAC6281}"/>
                  </a:ext>
                </a:extLst>
              </p:cNvPr>
              <p:cNvGrpSpPr/>
              <p:nvPr/>
            </p:nvGrpSpPr>
            <p:grpSpPr>
              <a:xfrm>
                <a:off x="3478842" y="3531168"/>
                <a:ext cx="890673" cy="241092"/>
                <a:chOff x="930717" y="1258939"/>
                <a:chExt cx="756980" cy="241092"/>
              </a:xfrm>
            </p:grpSpPr>
            <p:sp>
              <p:nvSpPr>
                <p:cNvPr id="20" name="Text Box">
                  <a:extLst>
                    <a:ext uri="{FF2B5EF4-FFF2-40B4-BE49-F238E27FC236}">
                      <a16:creationId xmlns:a16="http://schemas.microsoft.com/office/drawing/2014/main" id="{9018C8A4-4BD4-DC39-42D2-6CE113643461}"/>
                    </a:ext>
                  </a:extLst>
                </p:cNvPr>
                <p:cNvSpPr/>
                <p:nvPr/>
              </p:nvSpPr>
              <p:spPr>
                <a:xfrm>
                  <a:off x="930717" y="1258939"/>
                  <a:ext cx="756980" cy="24109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txBody>
  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atinLnBrk="1"/>
                  <a:r>
                    <a:rPr lang="ko-KR" altLang="en-US" sz="800" spc="-80" dirty="0">
                      <a:solidFill>
                        <a:schemeClr val="bg1">
                          <a:lumMod val="50000"/>
                        </a:scheme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날짜선택</a:t>
                  </a:r>
                  <a:endParaRPr lang="en-US" sz="800" spc="-80" dirty="0">
                    <a:solidFill>
                      <a:schemeClr val="bg1">
                        <a:lumMod val="50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21" name="Date Picker Icon" descr="&lt;Tags&gt;&lt;SMARTRESIZEANCHORS&gt;None,None,None,Absolute&lt;/SMARTRESIZEANCHORS&gt;&lt;/Tags&gt;">
                  <a:extLst>
                    <a:ext uri="{FF2B5EF4-FFF2-40B4-BE49-F238E27FC236}">
                      <a16:creationId xmlns:a16="http://schemas.microsoft.com/office/drawing/2014/main" id="{95F2428F-AB4F-6744-150B-869BBFD81A6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1064" y="1295204"/>
                  <a:ext cx="151264" cy="154118"/>
                </a:xfrm>
                <a:custGeom>
                  <a:avLst/>
                  <a:gdLst>
                    <a:gd name="T0" fmla="*/ 115 w 450"/>
                    <a:gd name="T1" fmla="*/ 79 h 445"/>
                    <a:gd name="T2" fmla="*/ 132 w 450"/>
                    <a:gd name="T3" fmla="*/ 0 h 445"/>
                    <a:gd name="T4" fmla="*/ 318 w 450"/>
                    <a:gd name="T5" fmla="*/ 0 h 445"/>
                    <a:gd name="T6" fmla="*/ 336 w 450"/>
                    <a:gd name="T7" fmla="*/ 79 h 445"/>
                    <a:gd name="T8" fmla="*/ 318 w 450"/>
                    <a:gd name="T9" fmla="*/ 0 h 445"/>
                    <a:gd name="T10" fmla="*/ 0 w 450"/>
                    <a:gd name="T11" fmla="*/ 445 h 445"/>
                    <a:gd name="T12" fmla="*/ 450 w 450"/>
                    <a:gd name="T13" fmla="*/ 39 h 445"/>
                    <a:gd name="T14" fmla="*/ 360 w 450"/>
                    <a:gd name="T15" fmla="*/ 57 h 445"/>
                    <a:gd name="T16" fmla="*/ 432 w 450"/>
                    <a:gd name="T17" fmla="*/ 427 h 445"/>
                    <a:gd name="T18" fmla="*/ 18 w 450"/>
                    <a:gd name="T19" fmla="*/ 57 h 445"/>
                    <a:gd name="T20" fmla="*/ 88 w 450"/>
                    <a:gd name="T21" fmla="*/ 39 h 445"/>
                    <a:gd name="T22" fmla="*/ 156 w 450"/>
                    <a:gd name="T23" fmla="*/ 39 h 445"/>
                    <a:gd name="T24" fmla="*/ 295 w 450"/>
                    <a:gd name="T25" fmla="*/ 57 h 445"/>
                    <a:gd name="T26" fmla="*/ 156 w 450"/>
                    <a:gd name="T27" fmla="*/ 39 h 445"/>
                    <a:gd name="T28" fmla="*/ 45 w 450"/>
                    <a:gd name="T29" fmla="*/ 142 h 445"/>
                    <a:gd name="T30" fmla="*/ 405 w 450"/>
                    <a:gd name="T31" fmla="*/ 124 h 445"/>
                    <a:gd name="T32" fmla="*/ 169 w 450"/>
                    <a:gd name="T33" fmla="*/ 212 h 445"/>
                    <a:gd name="T34" fmla="*/ 147 w 450"/>
                    <a:gd name="T35" fmla="*/ 227 h 445"/>
                    <a:gd name="T36" fmla="*/ 122 w 450"/>
                    <a:gd name="T37" fmla="*/ 238 h 445"/>
                    <a:gd name="T38" fmla="*/ 132 w 450"/>
                    <a:gd name="T39" fmla="*/ 253 h 445"/>
                    <a:gd name="T40" fmla="*/ 153 w 450"/>
                    <a:gd name="T41" fmla="*/ 242 h 445"/>
                    <a:gd name="T42" fmla="*/ 158 w 450"/>
                    <a:gd name="T43" fmla="*/ 374 h 445"/>
                    <a:gd name="T44" fmla="*/ 176 w 450"/>
                    <a:gd name="T45" fmla="*/ 212 h 445"/>
                    <a:gd name="T46" fmla="*/ 277 w 450"/>
                    <a:gd name="T47" fmla="*/ 213 h 445"/>
                    <a:gd name="T48" fmla="*/ 236 w 450"/>
                    <a:gd name="T49" fmla="*/ 228 h 445"/>
                    <a:gd name="T50" fmla="*/ 245 w 450"/>
                    <a:gd name="T51" fmla="*/ 240 h 445"/>
                    <a:gd name="T52" fmla="*/ 264 w 450"/>
                    <a:gd name="T53" fmla="*/ 230 h 445"/>
                    <a:gd name="T54" fmla="*/ 286 w 450"/>
                    <a:gd name="T55" fmla="*/ 230 h 445"/>
                    <a:gd name="T56" fmla="*/ 302 w 450"/>
                    <a:gd name="T57" fmla="*/ 245 h 445"/>
                    <a:gd name="T58" fmla="*/ 303 w 450"/>
                    <a:gd name="T59" fmla="*/ 269 h 445"/>
                    <a:gd name="T60" fmla="*/ 288 w 450"/>
                    <a:gd name="T61" fmla="*/ 292 h 445"/>
                    <a:gd name="T62" fmla="*/ 253 w 450"/>
                    <a:gd name="T63" fmla="*/ 320 h 445"/>
                    <a:gd name="T64" fmla="*/ 233 w 450"/>
                    <a:gd name="T65" fmla="*/ 348 h 445"/>
                    <a:gd name="T66" fmla="*/ 230 w 450"/>
                    <a:gd name="T67" fmla="*/ 374 h 445"/>
                    <a:gd name="T68" fmla="*/ 328 w 450"/>
                    <a:gd name="T69" fmla="*/ 358 h 445"/>
                    <a:gd name="T70" fmla="*/ 251 w 450"/>
                    <a:gd name="T71" fmla="*/ 346 h 445"/>
                    <a:gd name="T72" fmla="*/ 268 w 450"/>
                    <a:gd name="T73" fmla="*/ 326 h 445"/>
                    <a:gd name="T74" fmla="*/ 303 w 450"/>
                    <a:gd name="T75" fmla="*/ 299 h 445"/>
                    <a:gd name="T76" fmla="*/ 320 w 450"/>
                    <a:gd name="T77" fmla="*/ 273 h 445"/>
                    <a:gd name="T78" fmla="*/ 318 w 450"/>
                    <a:gd name="T79" fmla="*/ 238 h 445"/>
                    <a:gd name="T80" fmla="*/ 295 w 450"/>
                    <a:gd name="T81" fmla="*/ 216 h 4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50" h="445">
                      <a:moveTo>
                        <a:pt x="115" y="0"/>
                      </a:moveTo>
                      <a:lnTo>
                        <a:pt x="115" y="79"/>
                      </a:lnTo>
                      <a:lnTo>
                        <a:pt x="132" y="79"/>
                      </a:lnTo>
                      <a:lnTo>
                        <a:pt x="132" y="0"/>
                      </a:lnTo>
                      <a:lnTo>
                        <a:pt x="115" y="0"/>
                      </a:lnTo>
                      <a:close/>
                      <a:moveTo>
                        <a:pt x="318" y="0"/>
                      </a:moveTo>
                      <a:lnTo>
                        <a:pt x="318" y="79"/>
                      </a:lnTo>
                      <a:lnTo>
                        <a:pt x="336" y="79"/>
                      </a:lnTo>
                      <a:lnTo>
                        <a:pt x="336" y="0"/>
                      </a:lnTo>
                      <a:lnTo>
                        <a:pt x="318" y="0"/>
                      </a:lnTo>
                      <a:close/>
                      <a:moveTo>
                        <a:pt x="0" y="39"/>
                      </a:moveTo>
                      <a:lnTo>
                        <a:pt x="0" y="445"/>
                      </a:lnTo>
                      <a:lnTo>
                        <a:pt x="450" y="445"/>
                      </a:lnTo>
                      <a:lnTo>
                        <a:pt x="450" y="39"/>
                      </a:lnTo>
                      <a:lnTo>
                        <a:pt x="360" y="39"/>
                      </a:lnTo>
                      <a:lnTo>
                        <a:pt x="360" y="57"/>
                      </a:lnTo>
                      <a:lnTo>
                        <a:pt x="432" y="57"/>
                      </a:lnTo>
                      <a:lnTo>
                        <a:pt x="432" y="427"/>
                      </a:lnTo>
                      <a:lnTo>
                        <a:pt x="18" y="427"/>
                      </a:lnTo>
                      <a:lnTo>
                        <a:pt x="18" y="57"/>
                      </a:lnTo>
                      <a:lnTo>
                        <a:pt x="88" y="57"/>
                      </a:lnTo>
                      <a:lnTo>
                        <a:pt x="88" y="39"/>
                      </a:lnTo>
                      <a:lnTo>
                        <a:pt x="0" y="39"/>
                      </a:lnTo>
                      <a:close/>
                      <a:moveTo>
                        <a:pt x="156" y="39"/>
                      </a:moveTo>
                      <a:lnTo>
                        <a:pt x="156" y="57"/>
                      </a:lnTo>
                      <a:lnTo>
                        <a:pt x="295" y="57"/>
                      </a:lnTo>
                      <a:lnTo>
                        <a:pt x="295" y="39"/>
                      </a:lnTo>
                      <a:lnTo>
                        <a:pt x="156" y="39"/>
                      </a:lnTo>
                      <a:close/>
                      <a:moveTo>
                        <a:pt x="45" y="124"/>
                      </a:moveTo>
                      <a:lnTo>
                        <a:pt x="45" y="142"/>
                      </a:lnTo>
                      <a:lnTo>
                        <a:pt x="405" y="142"/>
                      </a:lnTo>
                      <a:lnTo>
                        <a:pt x="405" y="124"/>
                      </a:lnTo>
                      <a:lnTo>
                        <a:pt x="45" y="124"/>
                      </a:lnTo>
                      <a:close/>
                      <a:moveTo>
                        <a:pt x="169" y="212"/>
                      </a:moveTo>
                      <a:cubicBezTo>
                        <a:pt x="167" y="215"/>
                        <a:pt x="163" y="217"/>
                        <a:pt x="160" y="219"/>
                      </a:cubicBezTo>
                      <a:cubicBezTo>
                        <a:pt x="156" y="222"/>
                        <a:pt x="152" y="225"/>
                        <a:pt x="147" y="227"/>
                      </a:cubicBezTo>
                      <a:cubicBezTo>
                        <a:pt x="143" y="229"/>
                        <a:pt x="139" y="231"/>
                        <a:pt x="134" y="233"/>
                      </a:cubicBezTo>
                      <a:cubicBezTo>
                        <a:pt x="130" y="235"/>
                        <a:pt x="126" y="237"/>
                        <a:pt x="122" y="238"/>
                      </a:cubicBezTo>
                      <a:lnTo>
                        <a:pt x="122" y="256"/>
                      </a:lnTo>
                      <a:cubicBezTo>
                        <a:pt x="125" y="255"/>
                        <a:pt x="129" y="254"/>
                        <a:pt x="132" y="253"/>
                      </a:cubicBezTo>
                      <a:cubicBezTo>
                        <a:pt x="136" y="251"/>
                        <a:pt x="140" y="249"/>
                        <a:pt x="143" y="247"/>
                      </a:cubicBezTo>
                      <a:cubicBezTo>
                        <a:pt x="146" y="246"/>
                        <a:pt x="150" y="244"/>
                        <a:pt x="153" y="242"/>
                      </a:cubicBezTo>
                      <a:cubicBezTo>
                        <a:pt x="155" y="240"/>
                        <a:pt x="156" y="238"/>
                        <a:pt x="158" y="237"/>
                      </a:cubicBezTo>
                      <a:lnTo>
                        <a:pt x="158" y="374"/>
                      </a:lnTo>
                      <a:lnTo>
                        <a:pt x="176" y="374"/>
                      </a:lnTo>
                      <a:lnTo>
                        <a:pt x="176" y="212"/>
                      </a:lnTo>
                      <a:lnTo>
                        <a:pt x="169" y="212"/>
                      </a:lnTo>
                      <a:close/>
                      <a:moveTo>
                        <a:pt x="277" y="213"/>
                      </a:moveTo>
                      <a:cubicBezTo>
                        <a:pt x="268" y="213"/>
                        <a:pt x="260" y="214"/>
                        <a:pt x="254" y="217"/>
                      </a:cubicBezTo>
                      <a:cubicBezTo>
                        <a:pt x="248" y="219"/>
                        <a:pt x="241" y="223"/>
                        <a:pt x="236" y="228"/>
                      </a:cubicBezTo>
                      <a:lnTo>
                        <a:pt x="236" y="247"/>
                      </a:lnTo>
                      <a:cubicBezTo>
                        <a:pt x="239" y="245"/>
                        <a:pt x="242" y="242"/>
                        <a:pt x="245" y="240"/>
                      </a:cubicBezTo>
                      <a:cubicBezTo>
                        <a:pt x="248" y="237"/>
                        <a:pt x="251" y="235"/>
                        <a:pt x="254" y="233"/>
                      </a:cubicBezTo>
                      <a:cubicBezTo>
                        <a:pt x="257" y="232"/>
                        <a:pt x="260" y="231"/>
                        <a:pt x="264" y="230"/>
                      </a:cubicBezTo>
                      <a:cubicBezTo>
                        <a:pt x="267" y="229"/>
                        <a:pt x="271" y="228"/>
                        <a:pt x="274" y="228"/>
                      </a:cubicBezTo>
                      <a:cubicBezTo>
                        <a:pt x="278" y="228"/>
                        <a:pt x="282" y="229"/>
                        <a:pt x="286" y="230"/>
                      </a:cubicBezTo>
                      <a:cubicBezTo>
                        <a:pt x="289" y="231"/>
                        <a:pt x="293" y="233"/>
                        <a:pt x="295" y="235"/>
                      </a:cubicBezTo>
                      <a:cubicBezTo>
                        <a:pt x="298" y="237"/>
                        <a:pt x="300" y="241"/>
                        <a:pt x="302" y="245"/>
                      </a:cubicBezTo>
                      <a:cubicBezTo>
                        <a:pt x="303" y="248"/>
                        <a:pt x="303" y="252"/>
                        <a:pt x="303" y="257"/>
                      </a:cubicBezTo>
                      <a:cubicBezTo>
                        <a:pt x="303" y="261"/>
                        <a:pt x="304" y="266"/>
                        <a:pt x="303" y="269"/>
                      </a:cubicBezTo>
                      <a:cubicBezTo>
                        <a:pt x="302" y="273"/>
                        <a:pt x="300" y="277"/>
                        <a:pt x="297" y="281"/>
                      </a:cubicBezTo>
                      <a:cubicBezTo>
                        <a:pt x="295" y="285"/>
                        <a:pt x="291" y="289"/>
                        <a:pt x="288" y="292"/>
                      </a:cubicBezTo>
                      <a:cubicBezTo>
                        <a:pt x="284" y="296"/>
                        <a:pt x="279" y="300"/>
                        <a:pt x="273" y="304"/>
                      </a:cubicBezTo>
                      <a:cubicBezTo>
                        <a:pt x="265" y="310"/>
                        <a:pt x="259" y="315"/>
                        <a:pt x="253" y="320"/>
                      </a:cubicBezTo>
                      <a:cubicBezTo>
                        <a:pt x="248" y="324"/>
                        <a:pt x="243" y="329"/>
                        <a:pt x="240" y="334"/>
                      </a:cubicBezTo>
                      <a:cubicBezTo>
                        <a:pt x="237" y="339"/>
                        <a:pt x="234" y="343"/>
                        <a:pt x="233" y="348"/>
                      </a:cubicBezTo>
                      <a:cubicBezTo>
                        <a:pt x="231" y="353"/>
                        <a:pt x="230" y="360"/>
                        <a:pt x="230" y="367"/>
                      </a:cubicBezTo>
                      <a:lnTo>
                        <a:pt x="230" y="374"/>
                      </a:lnTo>
                      <a:lnTo>
                        <a:pt x="328" y="374"/>
                      </a:lnTo>
                      <a:lnTo>
                        <a:pt x="328" y="358"/>
                      </a:lnTo>
                      <a:lnTo>
                        <a:pt x="250" y="358"/>
                      </a:lnTo>
                      <a:cubicBezTo>
                        <a:pt x="250" y="353"/>
                        <a:pt x="250" y="349"/>
                        <a:pt x="251" y="346"/>
                      </a:cubicBezTo>
                      <a:cubicBezTo>
                        <a:pt x="252" y="343"/>
                        <a:pt x="254" y="340"/>
                        <a:pt x="257" y="337"/>
                      </a:cubicBezTo>
                      <a:cubicBezTo>
                        <a:pt x="259" y="333"/>
                        <a:pt x="263" y="330"/>
                        <a:pt x="268" y="326"/>
                      </a:cubicBezTo>
                      <a:cubicBezTo>
                        <a:pt x="273" y="322"/>
                        <a:pt x="279" y="318"/>
                        <a:pt x="287" y="313"/>
                      </a:cubicBezTo>
                      <a:cubicBezTo>
                        <a:pt x="293" y="308"/>
                        <a:pt x="298" y="304"/>
                        <a:pt x="303" y="299"/>
                      </a:cubicBezTo>
                      <a:cubicBezTo>
                        <a:pt x="307" y="295"/>
                        <a:pt x="310" y="292"/>
                        <a:pt x="313" y="287"/>
                      </a:cubicBezTo>
                      <a:cubicBezTo>
                        <a:pt x="316" y="283"/>
                        <a:pt x="319" y="278"/>
                        <a:pt x="320" y="273"/>
                      </a:cubicBezTo>
                      <a:cubicBezTo>
                        <a:pt x="322" y="268"/>
                        <a:pt x="322" y="262"/>
                        <a:pt x="322" y="255"/>
                      </a:cubicBezTo>
                      <a:cubicBezTo>
                        <a:pt x="322" y="249"/>
                        <a:pt x="321" y="243"/>
                        <a:pt x="318" y="238"/>
                      </a:cubicBezTo>
                      <a:cubicBezTo>
                        <a:pt x="316" y="232"/>
                        <a:pt x="313" y="227"/>
                        <a:pt x="309" y="224"/>
                      </a:cubicBezTo>
                      <a:cubicBezTo>
                        <a:pt x="305" y="220"/>
                        <a:pt x="300" y="218"/>
                        <a:pt x="295" y="216"/>
                      </a:cubicBezTo>
                      <a:cubicBezTo>
                        <a:pt x="289" y="214"/>
                        <a:pt x="283" y="213"/>
                        <a:pt x="277" y="213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800" spc="-8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83043FE-BB38-A845-9761-2CE4688705F1}"/>
                </a:ext>
              </a:extLst>
            </p:cNvPr>
            <p:cNvSpPr/>
            <p:nvPr/>
          </p:nvSpPr>
          <p:spPr>
            <a:xfrm>
              <a:off x="743415" y="1964607"/>
              <a:ext cx="306421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등록일</a:t>
              </a:r>
            </a:p>
          </p:txBody>
        </p:sp>
        <p:sp>
          <p:nvSpPr>
            <p:cNvPr id="10" name="모서리가 둥근 직사각형 29">
              <a:extLst>
                <a:ext uri="{FF2B5EF4-FFF2-40B4-BE49-F238E27FC236}">
                  <a16:creationId xmlns:a16="http://schemas.microsoft.com/office/drawing/2014/main" id="{F9A4E468-7EAE-3434-4F11-9FDA6876A010}"/>
                </a:ext>
              </a:extLst>
            </p:cNvPr>
            <p:cNvSpPr/>
            <p:nvPr/>
          </p:nvSpPr>
          <p:spPr>
            <a:xfrm>
              <a:off x="3257392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전체</a:t>
              </a:r>
            </a:p>
          </p:txBody>
        </p:sp>
        <p:sp>
          <p:nvSpPr>
            <p:cNvPr id="11" name="모서리가 둥근 직사각형 29">
              <a:extLst>
                <a:ext uri="{FF2B5EF4-FFF2-40B4-BE49-F238E27FC236}">
                  <a16:creationId xmlns:a16="http://schemas.microsoft.com/office/drawing/2014/main" id="{1885A383-9571-4D2C-CB92-C256DF791EC9}"/>
                </a:ext>
              </a:extLst>
            </p:cNvPr>
            <p:cNvSpPr/>
            <p:nvPr/>
          </p:nvSpPr>
          <p:spPr>
            <a:xfrm>
              <a:off x="3670439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</a:t>
              </a:r>
            </a:p>
          </p:txBody>
        </p:sp>
        <p:sp>
          <p:nvSpPr>
            <p:cNvPr id="12" name="모서리가 둥근 직사각형 29">
              <a:extLst>
                <a:ext uri="{FF2B5EF4-FFF2-40B4-BE49-F238E27FC236}">
                  <a16:creationId xmlns:a16="http://schemas.microsoft.com/office/drawing/2014/main" id="{BCB20AAD-692A-669D-CE13-9FBEA8A16899}"/>
                </a:ext>
              </a:extLst>
            </p:cNvPr>
            <p:cNvSpPr/>
            <p:nvPr/>
          </p:nvSpPr>
          <p:spPr>
            <a:xfrm>
              <a:off x="4088450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</a:t>
              </a:r>
            </a:p>
          </p:txBody>
        </p:sp>
        <p:sp>
          <p:nvSpPr>
            <p:cNvPr id="13" name="모서리가 둥근 직사각형 29">
              <a:extLst>
                <a:ext uri="{FF2B5EF4-FFF2-40B4-BE49-F238E27FC236}">
                  <a16:creationId xmlns:a16="http://schemas.microsoft.com/office/drawing/2014/main" id="{5D716845-0C94-093A-80AB-632C9C9E127C}"/>
                </a:ext>
              </a:extLst>
            </p:cNvPr>
            <p:cNvSpPr/>
            <p:nvPr/>
          </p:nvSpPr>
          <p:spPr>
            <a:xfrm>
              <a:off x="4506563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14" name="모서리가 둥근 직사각형 29">
              <a:extLst>
                <a:ext uri="{FF2B5EF4-FFF2-40B4-BE49-F238E27FC236}">
                  <a16:creationId xmlns:a16="http://schemas.microsoft.com/office/drawing/2014/main" id="{F8E8A76A-6702-A0F0-22DD-DB8CD2F66977}"/>
                </a:ext>
              </a:extLst>
            </p:cNvPr>
            <p:cNvSpPr/>
            <p:nvPr/>
          </p:nvSpPr>
          <p:spPr>
            <a:xfrm>
              <a:off x="4924186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15" name="모서리가 둥근 직사각형 29">
              <a:extLst>
                <a:ext uri="{FF2B5EF4-FFF2-40B4-BE49-F238E27FC236}">
                  <a16:creationId xmlns:a16="http://schemas.microsoft.com/office/drawing/2014/main" id="{4A4C591F-1F77-C09A-1D9F-60263E873004}"/>
                </a:ext>
              </a:extLst>
            </p:cNvPr>
            <p:cNvSpPr/>
            <p:nvPr/>
          </p:nvSpPr>
          <p:spPr>
            <a:xfrm>
              <a:off x="5341809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16" name="모서리가 둥근 직사각형 29">
              <a:extLst>
                <a:ext uri="{FF2B5EF4-FFF2-40B4-BE49-F238E27FC236}">
                  <a16:creationId xmlns:a16="http://schemas.microsoft.com/office/drawing/2014/main" id="{002C5287-BFD6-2C6E-A276-F0B091CCDABE}"/>
                </a:ext>
              </a:extLst>
            </p:cNvPr>
            <p:cNvSpPr/>
            <p:nvPr/>
          </p:nvSpPr>
          <p:spPr>
            <a:xfrm>
              <a:off x="5759432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</a:t>
              </a:r>
            </a:p>
          </p:txBody>
        </p: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EC039F7-0EC7-FD9D-7232-649DB9510948}"/>
              </a:ext>
            </a:extLst>
          </p:cNvPr>
          <p:cNvSpPr/>
          <p:nvPr/>
        </p:nvSpPr>
        <p:spPr>
          <a:xfrm>
            <a:off x="409662" y="2472878"/>
            <a:ext cx="729934" cy="215444"/>
          </a:xfrm>
          <a:prstGeom prst="rect">
            <a:avLst/>
          </a:prstGeom>
        </p:spPr>
        <p:txBody>
          <a:bodyPr wrap="none" lIns="0" rIns="72000">
            <a:spAutoFit/>
          </a:bodyPr>
          <a:lstStyle/>
          <a:p>
            <a:r>
              <a:rPr lang="ko-KR" altLang="en-US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 </a:t>
            </a:r>
            <a:r>
              <a:rPr lang="en-US" altLang="ko-KR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Page 1/5</a:t>
            </a:r>
            <a:endParaRPr lang="ko-KR" altLang="en-US" sz="800" spc="-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E0A7D96-681C-4196-8C87-DACE54888F17}"/>
              </a:ext>
            </a:extLst>
          </p:cNvPr>
          <p:cNvSpPr/>
          <p:nvPr/>
        </p:nvSpPr>
        <p:spPr>
          <a:xfrm>
            <a:off x="8507741" y="2484555"/>
            <a:ext cx="662176" cy="21874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spc="-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선택삭제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B0F3CA-EC63-037D-05A1-E6EE20856D19}"/>
              </a:ext>
            </a:extLst>
          </p:cNvPr>
          <p:cNvSpPr/>
          <p:nvPr/>
        </p:nvSpPr>
        <p:spPr>
          <a:xfrm>
            <a:off x="7783786" y="2484555"/>
            <a:ext cx="662176" cy="218749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pc="-8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등록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C8DD099A-8B4D-0888-8B13-13C5D6AFA329}"/>
              </a:ext>
            </a:extLst>
          </p:cNvPr>
          <p:cNvGrpSpPr/>
          <p:nvPr/>
        </p:nvGrpSpPr>
        <p:grpSpPr>
          <a:xfrm>
            <a:off x="7085491" y="2456463"/>
            <a:ext cx="639410" cy="307299"/>
            <a:chOff x="6291931" y="2941357"/>
            <a:chExt cx="639410" cy="307299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603552F1-C131-B17A-445A-437097B9B45B}"/>
                </a:ext>
              </a:extLst>
            </p:cNvPr>
            <p:cNvSpPr/>
            <p:nvPr/>
          </p:nvSpPr>
          <p:spPr>
            <a:xfrm>
              <a:off x="6291931" y="2972404"/>
              <a:ext cx="623877" cy="219600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45720" rIns="18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atinLnBrk="0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 씩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60476644-C8C9-870C-9365-FDFD77A561F5}"/>
                </a:ext>
              </a:extLst>
            </p:cNvPr>
            <p:cNvSpPr/>
            <p:nvPr/>
          </p:nvSpPr>
          <p:spPr>
            <a:xfrm>
              <a:off x="6752626" y="2941357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E6916EBD-0BDF-CE60-AFE9-AD55FDA27967}"/>
              </a:ext>
            </a:extLst>
          </p:cNvPr>
          <p:cNvSpPr txBox="1"/>
          <p:nvPr/>
        </p:nvSpPr>
        <p:spPr>
          <a:xfrm>
            <a:off x="3166201" y="6390017"/>
            <a:ext cx="3359829" cy="2098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ko-KR" sz="8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《   〈     </a:t>
            </a:r>
            <a:r>
              <a:rPr lang="en-US" altLang="ko-KR" sz="800" b="1" u="sng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en-US" altLang="ko-KR" sz="800" u="sng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2     3     4     5     〉   》</a:t>
            </a:r>
            <a:endParaRPr lang="ko-KR" altLang="en-US" sz="800" spc="-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3D58A6-C55E-2406-AC6F-50CDE6AFE307}"/>
              </a:ext>
            </a:extLst>
          </p:cNvPr>
          <p:cNvSpPr txBox="1"/>
          <p:nvPr/>
        </p:nvSpPr>
        <p:spPr>
          <a:xfrm>
            <a:off x="7778837" y="887607"/>
            <a:ext cx="1802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🏚️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관리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(A)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목록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963D7CAC-BD3A-1F22-A74F-40A526F980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af-ZA" altLang="ko-KR" dirty="0"/>
              <a:t>FL01-001</a:t>
            </a:r>
            <a:endParaRPr lang="en-US" altLang="ko-KR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882B604-9120-0F55-F01E-3520F5E4CE62}"/>
              </a:ext>
            </a:extLst>
          </p:cNvPr>
          <p:cNvSpPr/>
          <p:nvPr/>
        </p:nvSpPr>
        <p:spPr>
          <a:xfrm>
            <a:off x="548640" y="3035373"/>
            <a:ext cx="8608060" cy="677032"/>
          </a:xfrm>
          <a:prstGeom prst="rect">
            <a:avLst/>
          </a:prstGeom>
          <a:noFill/>
          <a:ln>
            <a:solidFill>
              <a:srgbClr val="56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05" name="Group 160">
            <a:extLst>
              <a:ext uri="{FF2B5EF4-FFF2-40B4-BE49-F238E27FC236}">
                <a16:creationId xmlns:a16="http://schemas.microsoft.com/office/drawing/2014/main" id="{83BAFF79-8E44-FFC5-C93C-EFA0B923B807}"/>
              </a:ext>
            </a:extLst>
          </p:cNvPr>
          <p:cNvGraphicFramePr>
            <a:graphicFrameLocks noGrp="1"/>
          </p:cNvGraphicFramePr>
          <p:nvPr/>
        </p:nvGraphicFramePr>
        <p:xfrm>
          <a:off x="9521825" y="436797"/>
          <a:ext cx="2664000" cy="1624512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</a:p>
                  </a:txBody>
                  <a:tcPr marL="83041" marR="83041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시설대관 관리</a:t>
                      </a:r>
                      <a:r>
                        <a:rPr kumimoji="1" lang="en-US" altLang="ko-KR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(A)</a:t>
                      </a:r>
                      <a:r>
                        <a:rPr kumimoji="1" lang="ko-KR" alt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  <a:r>
                        <a:rPr kumimoji="1" lang="ko-KR" alt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시설대관 목록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목록 확인 및 등록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삭제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수정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구축 후 관리자 계정 발급 시 권한 설정을 통해 추가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공통영역 ‘관리자페이지 중복기능 통합 가이드’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p.4</a:t>
                      </a:r>
                    </a:p>
                  </a:txBody>
                  <a:tcPr marL="72000" marR="36000" marT="72000" marB="72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56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 영역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키워드 입력필드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셀렉트박스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공연명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게시판 항목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신청자 현황 바로가기 버튼 출력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22481"/>
                  </a:ext>
                </a:extLst>
              </a:tr>
            </a:tbl>
          </a:graphicData>
        </a:graphic>
      </p:graphicFrame>
      <p:sp>
        <p:nvSpPr>
          <p:cNvPr id="111" name="타원 110">
            <a:extLst>
              <a:ext uri="{FF2B5EF4-FFF2-40B4-BE49-F238E27FC236}">
                <a16:creationId xmlns:a16="http://schemas.microsoft.com/office/drawing/2014/main" id="{BEF59786-C289-822E-8020-952C20BE52C8}"/>
              </a:ext>
            </a:extLst>
          </p:cNvPr>
          <p:cNvSpPr/>
          <p:nvPr/>
        </p:nvSpPr>
        <p:spPr>
          <a:xfrm>
            <a:off x="467868" y="1220390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5E712234-1900-7B26-22DE-243EC88DBD1A}"/>
              </a:ext>
            </a:extLst>
          </p:cNvPr>
          <p:cNvSpPr/>
          <p:nvPr/>
        </p:nvSpPr>
        <p:spPr>
          <a:xfrm>
            <a:off x="625640" y="2670028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모서리가 둥근 직사각형 29">
            <a:extLst>
              <a:ext uri="{FF2B5EF4-FFF2-40B4-BE49-F238E27FC236}">
                <a16:creationId xmlns:a16="http://schemas.microsoft.com/office/drawing/2014/main" id="{6676051C-AD38-6D7B-E118-1F8427D88B03}"/>
              </a:ext>
            </a:extLst>
          </p:cNvPr>
          <p:cNvSpPr/>
          <p:nvPr/>
        </p:nvSpPr>
        <p:spPr>
          <a:xfrm>
            <a:off x="7916054" y="1542809"/>
            <a:ext cx="527766" cy="215444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pc="-8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검색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4DCC85C-BA19-216B-E8FE-08328A156C15}"/>
              </a:ext>
            </a:extLst>
          </p:cNvPr>
          <p:cNvGrpSpPr/>
          <p:nvPr/>
        </p:nvGrpSpPr>
        <p:grpSpPr>
          <a:xfrm>
            <a:off x="735120" y="1214990"/>
            <a:ext cx="2735427" cy="226800"/>
            <a:chOff x="785938" y="1834438"/>
            <a:chExt cx="2735427" cy="226800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768E99AD-8B8C-FB96-03A5-961BF5FCF458}"/>
                </a:ext>
              </a:extLst>
            </p:cNvPr>
            <p:cNvSpPr/>
            <p:nvPr/>
          </p:nvSpPr>
          <p:spPr>
            <a:xfrm>
              <a:off x="785938" y="1845794"/>
              <a:ext cx="306421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검색어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D349ADD-6F9F-46C2-3A97-4EB21ABB5FF7}"/>
                </a:ext>
              </a:extLst>
            </p:cNvPr>
            <p:cNvSpPr/>
            <p:nvPr/>
          </p:nvSpPr>
          <p:spPr>
            <a:xfrm>
              <a:off x="1941708" y="1834438"/>
              <a:ext cx="1579657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tlCol="0" anchor="ctr"/>
            <a:lstStyle/>
            <a:p>
              <a:r>
                <a:rPr lang="ko-KR" altLang="en-US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검색어를 입력해주세요</a:t>
              </a:r>
              <a:r>
                <a:rPr lang="en-US" altLang="ko-KR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ko-KR" altLang="en-US" sz="800" spc="-8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AC3E3406-A1E7-9B4F-560D-35B582EA8623}"/>
              </a:ext>
            </a:extLst>
          </p:cNvPr>
          <p:cNvGrpSpPr/>
          <p:nvPr/>
        </p:nvGrpSpPr>
        <p:grpSpPr>
          <a:xfrm>
            <a:off x="1240958" y="1169595"/>
            <a:ext cx="567933" cy="307299"/>
            <a:chOff x="1249583" y="948238"/>
            <a:chExt cx="567933" cy="307299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538F9B7E-AE44-8AC0-C7CE-9075EEE83B3C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 전체  </a:t>
              </a: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10DC92E-184E-56A0-1AEE-D7F30EB3C396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1CD15DA-0EE4-3253-D60E-4F50240E4ADD}"/>
              </a:ext>
            </a:extLst>
          </p:cNvPr>
          <p:cNvSpPr/>
          <p:nvPr/>
        </p:nvSpPr>
        <p:spPr>
          <a:xfrm>
            <a:off x="1114221" y="3110268"/>
            <a:ext cx="450347" cy="5672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썸내일</a:t>
            </a:r>
            <a:endParaRPr lang="en-US" altLang="ko-KR" sz="8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2284487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표 28"/>
          <p:cNvGraphicFramePr>
            <a:graphicFrameLocks noGrp="1"/>
          </p:cNvGraphicFramePr>
          <p:nvPr/>
        </p:nvGraphicFramePr>
        <p:xfrm>
          <a:off x="354227" y="1349194"/>
          <a:ext cx="8690919" cy="3711039"/>
        </p:xfrm>
        <a:graphic>
          <a:graphicData uri="http://schemas.openxmlformats.org/drawingml/2006/table">
            <a:tbl>
              <a:tblPr firstRow="1" bandRow="1"/>
              <a:tblGrid>
                <a:gridCol w="130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명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ko-KR" altLang="en-US" sz="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위치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kern="12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좌석수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kern="12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문의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유의사항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kern="12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406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이미지 </a:t>
                      </a:r>
                      <a:r>
                        <a:rPr lang="ko-KR" altLang="en-US" sz="800" b="0" kern="12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          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            </a:t>
                      </a:r>
                      <a:endParaRPr lang="ko-KR" altLang="en-US" sz="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741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양식 첨부파일 </a:t>
                      </a:r>
                      <a:r>
                        <a:rPr lang="ko-KR" altLang="en-US" sz="800" b="0" kern="12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2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게시여부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🔘게시  ⚫</a:t>
                      </a:r>
                      <a:r>
                        <a:rPr lang="ko-KR" altLang="en-US" sz="8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미게시</a:t>
                      </a:r>
                      <a:endParaRPr lang="ko-KR" altLang="en-US" sz="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811892"/>
                  </a:ext>
                </a:extLst>
              </a:tr>
            </a:tbl>
          </a:graphicData>
        </a:graphic>
      </p:graphicFrame>
      <p:sp>
        <p:nvSpPr>
          <p:cNvPr id="36" name="직사각형 35"/>
          <p:cNvSpPr/>
          <p:nvPr/>
        </p:nvSpPr>
        <p:spPr>
          <a:xfrm>
            <a:off x="1751357" y="1734086"/>
            <a:ext cx="4923763" cy="2160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lumMod val="85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위치를 입력해주세요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751357" y="2074105"/>
            <a:ext cx="4923763" cy="2160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lumMod val="85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좌석수를 입력해 주세요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751356" y="2397496"/>
            <a:ext cx="4923764" cy="2160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lumMod val="85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문의사항을 입력해주세요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751356" y="2722757"/>
            <a:ext cx="4923764" cy="2160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lumMod val="85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유의사항을 입력해주세요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751357" y="3317821"/>
            <a:ext cx="7211411" cy="4403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Drag files to upload</a:t>
            </a:r>
          </a:p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용량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 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50MB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개수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 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확장자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 </a:t>
            </a:r>
            <a:r>
              <a:rPr lang="en-US" altLang="ko-KR" sz="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jpg,png,jpeg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751356" y="4207779"/>
            <a:ext cx="7211411" cy="4001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Drag files to upload</a:t>
            </a:r>
          </a:p>
          <a:p>
            <a:pPr lvl="0" algn="ctr">
              <a:defRPr/>
            </a:pP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용량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 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50MB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개수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 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확장자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hwp/pdf/</a:t>
            </a:r>
            <a:r>
              <a:rPr lang="en-US" altLang="ko-KR" sz="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xls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/xlsx/ppt/pptx/docx/</a:t>
            </a:r>
            <a:r>
              <a:rPr lang="en-US" altLang="ko-KR" sz="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odt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D1ADDC-B48E-98B9-CB8E-4B23C96A9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시설대관 등록 화면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E573276-B9C4-6B2E-5656-6B1A27022D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Home &gt; </a:t>
            </a:r>
            <a:r>
              <a:rPr lang="ko-KR" altLang="en-US" dirty="0"/>
              <a:t>시설대관 관리</a:t>
            </a:r>
            <a:r>
              <a:rPr lang="en-US" altLang="ko-KR" dirty="0"/>
              <a:t>(A)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시설대관 목록 </a:t>
            </a:r>
            <a:r>
              <a:rPr lang="en-US" altLang="ko-KR" dirty="0"/>
              <a:t>&gt;</a:t>
            </a:r>
            <a:r>
              <a:rPr lang="ko-KR" altLang="en-US" dirty="0"/>
              <a:t> 등록</a:t>
            </a:r>
          </a:p>
        </p:txBody>
      </p:sp>
      <p:sp>
        <p:nvSpPr>
          <p:cNvPr id="28" name="텍스트 개체 틀 27">
            <a:extLst>
              <a:ext uri="{FF2B5EF4-FFF2-40B4-BE49-F238E27FC236}">
                <a16:creationId xmlns:a16="http://schemas.microsoft.com/office/drawing/2014/main" id="{BE1078FA-9465-4388-222E-7DCFE62823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af-ZA" altLang="ko-KR" dirty="0"/>
              <a:t>FL01-002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555666-F4C6-7ADE-27E6-5AAA8C6EF795}"/>
              </a:ext>
            </a:extLst>
          </p:cNvPr>
          <p:cNvSpPr txBox="1"/>
          <p:nvPr/>
        </p:nvSpPr>
        <p:spPr>
          <a:xfrm>
            <a:off x="390956" y="874712"/>
            <a:ext cx="166834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20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 등록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6AB117-B525-EAAA-78E6-236AF7DCC809}"/>
              </a:ext>
            </a:extLst>
          </p:cNvPr>
          <p:cNvSpPr txBox="1"/>
          <p:nvPr/>
        </p:nvSpPr>
        <p:spPr>
          <a:xfrm>
            <a:off x="7778837" y="887607"/>
            <a:ext cx="1802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🏚️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관리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(A)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목록</a:t>
            </a:r>
          </a:p>
        </p:txBody>
      </p:sp>
      <p:graphicFrame>
        <p:nvGraphicFramePr>
          <p:cNvPr id="13" name="Group 160">
            <a:extLst>
              <a:ext uri="{FF2B5EF4-FFF2-40B4-BE49-F238E27FC236}">
                <a16:creationId xmlns:a16="http://schemas.microsoft.com/office/drawing/2014/main" id="{9B2B0299-2C8E-BAC3-11FA-5757413E28A6}"/>
              </a:ext>
            </a:extLst>
          </p:cNvPr>
          <p:cNvGraphicFramePr>
            <a:graphicFrameLocks noGrp="1"/>
          </p:cNvGraphicFramePr>
          <p:nvPr/>
        </p:nvGraphicFramePr>
        <p:xfrm>
          <a:off x="9520380" y="456545"/>
          <a:ext cx="2664000" cy="5437176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</a:p>
                  </a:txBody>
                  <a:tcPr marL="83041" marR="83041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시설대관 관리</a:t>
                      </a: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(A)</a:t>
                      </a:r>
                      <a:r>
                        <a:rPr kumimoji="1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  <a:r>
                        <a:rPr kumimoji="1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시설대관 목록 </a:t>
                      </a: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kumimoji="1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목록 확인 및 등록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삭제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수정</a:t>
                      </a:r>
                      <a:endParaRPr kumimoji="1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공통영역 ‘관리자페이지 중복기능 통합 가이드’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p.4</a:t>
                      </a:r>
                    </a:p>
                  </a:txBody>
                  <a:tcPr marL="72000" marR="36000" marT="72000" marB="72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56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정보 입력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영역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필드 참조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구분 선택 시 대관료 제외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b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대관에 따른 정보 자동 출력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설명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위치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규모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운영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시간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문의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유의사항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출력되는 정보는 수정가능</a:t>
                      </a: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대관이미지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첨부파일 업로드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영역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파일 추가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파일 탐색기로 업로드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복수 업로드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최대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용량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50MB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확장자 제한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en-US" altLang="ko-KR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jpg,png,jpeg</a:t>
                      </a:r>
                      <a:endParaRPr kumimoji="1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업로드 시 파일 영역에 파일명 및 삭제 버튼 표시</a:t>
                      </a: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91852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양식 첨부파일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첨부파일 업로드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영역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파일 추가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파일 탐색기로 업로드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복수 업로드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최대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용량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50MB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확장자 제한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en-US" altLang="ko-KR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hwp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/pdf/</a:t>
                      </a:r>
                      <a:r>
                        <a:rPr kumimoji="1" lang="en-US" altLang="ko-KR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xls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/xlsx/ppt/pptx/docx/</a:t>
                      </a:r>
                      <a:r>
                        <a:rPr kumimoji="1" lang="en-US" altLang="ko-KR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odt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 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업로드 시 파일 영역에 파일명 및 삭제 버튼 표시</a:t>
                      </a: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18455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게시여부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라디오 버튼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미게시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미게시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미게시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선택시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사용자페이지에서 숨김 처리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8343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 초기화 버튼</a:t>
                      </a:r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 초기화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입력한 등록 정보 초기값으로 변경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12006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 버튼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필수 값 유효성 검사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 값 미 입력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 입력 항목 우측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경고문구 표시 및 해당 영역으로 이동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중복일 경우 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최상단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우선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 값 입력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 정보 저장 후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Alert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’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 완료되었습니다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.’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 클릭 시 목록페이지로 이동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48614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버튼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목록 페이지로 이동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536142"/>
                  </a:ext>
                </a:extLst>
              </a:tr>
            </a:tbl>
          </a:graphicData>
        </a:graphic>
      </p:graphicFrame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9649F0A-9ACC-598E-CBAE-413035A3A646}"/>
              </a:ext>
            </a:extLst>
          </p:cNvPr>
          <p:cNvSpPr/>
          <p:nvPr/>
        </p:nvSpPr>
        <p:spPr>
          <a:xfrm>
            <a:off x="1759610" y="3036907"/>
            <a:ext cx="650026" cy="225960"/>
          </a:xfrm>
          <a:prstGeom prst="roundRect">
            <a:avLst>
              <a:gd name="adj" fmla="val 919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파일 추가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4748AD4-3366-4A6E-5146-43514DCD197D}"/>
              </a:ext>
            </a:extLst>
          </p:cNvPr>
          <p:cNvSpPr/>
          <p:nvPr/>
        </p:nvSpPr>
        <p:spPr>
          <a:xfrm>
            <a:off x="1759610" y="3896376"/>
            <a:ext cx="650026" cy="225960"/>
          </a:xfrm>
          <a:prstGeom prst="roundRect">
            <a:avLst>
              <a:gd name="adj" fmla="val 919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파일 추가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6CC372-25F1-4B91-1769-65AEFE175C72}"/>
              </a:ext>
            </a:extLst>
          </p:cNvPr>
          <p:cNvSpPr txBox="1"/>
          <p:nvPr/>
        </p:nvSpPr>
        <p:spPr>
          <a:xfrm>
            <a:off x="383780" y="1145543"/>
            <a:ext cx="166834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대관 정보 등록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23CE74-18EB-F1A1-2E98-DE30FA3E2993}"/>
              </a:ext>
            </a:extLst>
          </p:cNvPr>
          <p:cNvSpPr/>
          <p:nvPr/>
        </p:nvSpPr>
        <p:spPr>
          <a:xfrm>
            <a:off x="1751357" y="1414674"/>
            <a:ext cx="4923763" cy="2160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lumMod val="85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대관명을 입력해 주세요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97273" y="5347378"/>
            <a:ext cx="823795" cy="2790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저장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5196971" y="5347379"/>
            <a:ext cx="823795" cy="2790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목록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3397575" y="5347378"/>
            <a:ext cx="823795" cy="2790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초기화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6325BA4-5A76-46C7-1D83-00A55947EB6D}"/>
              </a:ext>
            </a:extLst>
          </p:cNvPr>
          <p:cNvSpPr/>
          <p:nvPr/>
        </p:nvSpPr>
        <p:spPr>
          <a:xfrm>
            <a:off x="3308972" y="5239378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18F1DFC-9615-C095-3F46-0195CE69263F}"/>
              </a:ext>
            </a:extLst>
          </p:cNvPr>
          <p:cNvSpPr/>
          <p:nvPr/>
        </p:nvSpPr>
        <p:spPr>
          <a:xfrm>
            <a:off x="4242422" y="5239378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E2EE5F6-A81C-038F-DAF8-5DC731A79401}"/>
              </a:ext>
            </a:extLst>
          </p:cNvPr>
          <p:cNvSpPr/>
          <p:nvPr/>
        </p:nvSpPr>
        <p:spPr>
          <a:xfrm>
            <a:off x="5175872" y="5239378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CF021475-B64B-5FAB-0942-12576A7C2A22}"/>
              </a:ext>
            </a:extLst>
          </p:cNvPr>
          <p:cNvSpPr/>
          <p:nvPr/>
        </p:nvSpPr>
        <p:spPr>
          <a:xfrm>
            <a:off x="127628" y="3334039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B7C6D1D6-4658-1560-D49F-3D211586F6B4}"/>
              </a:ext>
            </a:extLst>
          </p:cNvPr>
          <p:cNvSpPr/>
          <p:nvPr/>
        </p:nvSpPr>
        <p:spPr>
          <a:xfrm>
            <a:off x="124087" y="4209453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FB3AD41-198A-8C6F-9095-CE155438FAE1}"/>
              </a:ext>
            </a:extLst>
          </p:cNvPr>
          <p:cNvSpPr/>
          <p:nvPr/>
        </p:nvSpPr>
        <p:spPr>
          <a:xfrm>
            <a:off x="124087" y="4787152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D60FDE70-51C2-7E20-2786-83723FB8F6C4}"/>
              </a:ext>
            </a:extLst>
          </p:cNvPr>
          <p:cNvCxnSpPr>
            <a:cxnSpLocks/>
          </p:cNvCxnSpPr>
          <p:nvPr/>
        </p:nvCxnSpPr>
        <p:spPr>
          <a:xfrm>
            <a:off x="233918" y="1349194"/>
            <a:ext cx="0" cy="160657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C73A02F8-5278-5860-CB7B-F4599A000150}"/>
              </a:ext>
            </a:extLst>
          </p:cNvPr>
          <p:cNvSpPr/>
          <p:nvPr/>
        </p:nvSpPr>
        <p:spPr>
          <a:xfrm>
            <a:off x="127628" y="2059329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8FADF-8C30-FD9B-6954-C9D0367A65F6}"/>
              </a:ext>
            </a:extLst>
          </p:cNvPr>
          <p:cNvSpPr txBox="1"/>
          <p:nvPr/>
        </p:nvSpPr>
        <p:spPr>
          <a:xfrm>
            <a:off x="6760469" y="1402038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FE89EC-0A6F-4D69-29BE-74A2C430B2D7}"/>
              </a:ext>
            </a:extLst>
          </p:cNvPr>
          <p:cNvSpPr txBox="1"/>
          <p:nvPr/>
        </p:nvSpPr>
        <p:spPr>
          <a:xfrm>
            <a:off x="6760469" y="1731162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B9229-3E63-ECDA-4C4A-460964652953}"/>
              </a:ext>
            </a:extLst>
          </p:cNvPr>
          <p:cNvSpPr txBox="1"/>
          <p:nvPr/>
        </p:nvSpPr>
        <p:spPr>
          <a:xfrm>
            <a:off x="6760469" y="2067262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D6459B-95E3-DDAE-2E2E-2C21B7B31710}"/>
              </a:ext>
            </a:extLst>
          </p:cNvPr>
          <p:cNvSpPr txBox="1"/>
          <p:nvPr/>
        </p:nvSpPr>
        <p:spPr>
          <a:xfrm>
            <a:off x="6760469" y="2394086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FA026A-62B1-C4C2-C9BA-2DF6B2CDF067}"/>
              </a:ext>
            </a:extLst>
          </p:cNvPr>
          <p:cNvSpPr txBox="1"/>
          <p:nvPr/>
        </p:nvSpPr>
        <p:spPr>
          <a:xfrm>
            <a:off x="6760469" y="2723608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44D741-F789-94FF-B40E-6ECE7CFF09B9}"/>
              </a:ext>
            </a:extLst>
          </p:cNvPr>
          <p:cNvSpPr txBox="1"/>
          <p:nvPr/>
        </p:nvSpPr>
        <p:spPr>
          <a:xfrm>
            <a:off x="2436119" y="3040268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6AAFE7-7E1F-20C4-83C4-F03655B9758B}"/>
              </a:ext>
            </a:extLst>
          </p:cNvPr>
          <p:cNvSpPr txBox="1"/>
          <p:nvPr/>
        </p:nvSpPr>
        <p:spPr>
          <a:xfrm>
            <a:off x="2436119" y="3895218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EBEE06-9E89-3EB9-8077-634F8AE81299}"/>
              </a:ext>
            </a:extLst>
          </p:cNvPr>
          <p:cNvSpPr txBox="1"/>
          <p:nvPr/>
        </p:nvSpPr>
        <p:spPr>
          <a:xfrm>
            <a:off x="6716019" y="4763915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8414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1D46E653-2B3C-81F3-94D2-125BD77199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시설대관 수정 화면</a:t>
            </a:r>
          </a:p>
        </p:txBody>
      </p:sp>
      <p:sp>
        <p:nvSpPr>
          <p:cNvPr id="17" name="텍스트 개체 틀 5">
            <a:extLst>
              <a:ext uri="{FF2B5EF4-FFF2-40B4-BE49-F238E27FC236}">
                <a16:creationId xmlns:a16="http://schemas.microsoft.com/office/drawing/2014/main" id="{4448D3C9-66FC-AEFC-7952-356C82EB38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Home &gt; </a:t>
            </a:r>
            <a:r>
              <a:rPr lang="ko-KR" altLang="en-US" dirty="0"/>
              <a:t>시설대관 관리</a:t>
            </a:r>
            <a:r>
              <a:rPr lang="en-US" altLang="ko-KR" dirty="0"/>
              <a:t>(A)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시설대관 목록 </a:t>
            </a:r>
            <a:r>
              <a:rPr lang="en-US" altLang="ko-KR" dirty="0"/>
              <a:t>&gt;</a:t>
            </a:r>
            <a:r>
              <a:rPr lang="ko-KR" altLang="en-US" dirty="0"/>
              <a:t> 수정</a:t>
            </a:r>
          </a:p>
        </p:txBody>
      </p:sp>
      <p:sp>
        <p:nvSpPr>
          <p:cNvPr id="22" name="텍스트 개체 틀 21">
            <a:extLst>
              <a:ext uri="{FF2B5EF4-FFF2-40B4-BE49-F238E27FC236}">
                <a16:creationId xmlns:a16="http://schemas.microsoft.com/office/drawing/2014/main" id="{7C386B3E-0660-4CAF-D816-AB4301C79E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af-ZA" altLang="ko-KR" dirty="0"/>
              <a:t>FL01-003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974E7A-D2C5-38FA-2249-CE984B6FC1D3}"/>
              </a:ext>
            </a:extLst>
          </p:cNvPr>
          <p:cNvSpPr txBox="1"/>
          <p:nvPr/>
        </p:nvSpPr>
        <p:spPr>
          <a:xfrm>
            <a:off x="390956" y="874712"/>
            <a:ext cx="166834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20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 수정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CE4F51-563A-FDCB-557F-A51D419E8A9E}"/>
              </a:ext>
            </a:extLst>
          </p:cNvPr>
          <p:cNvSpPr txBox="1"/>
          <p:nvPr/>
        </p:nvSpPr>
        <p:spPr>
          <a:xfrm>
            <a:off x="7778837" y="887607"/>
            <a:ext cx="1802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🏚️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관리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(A)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목록</a:t>
            </a:r>
          </a:p>
        </p:txBody>
      </p:sp>
      <p:graphicFrame>
        <p:nvGraphicFramePr>
          <p:cNvPr id="3" name="Group 160">
            <a:extLst>
              <a:ext uri="{FF2B5EF4-FFF2-40B4-BE49-F238E27FC236}">
                <a16:creationId xmlns:a16="http://schemas.microsoft.com/office/drawing/2014/main" id="{6CD587F0-CB70-30BF-301E-42DEF6BA1F97}"/>
              </a:ext>
            </a:extLst>
          </p:cNvPr>
          <p:cNvGraphicFramePr>
            <a:graphicFrameLocks noGrp="1"/>
          </p:cNvGraphicFramePr>
          <p:nvPr/>
        </p:nvGraphicFramePr>
        <p:xfrm>
          <a:off x="9520380" y="465171"/>
          <a:ext cx="2664000" cy="5559096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</a:p>
                  </a:txBody>
                  <a:tcPr marL="83041" marR="83041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시설대관 관리</a:t>
                      </a: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(A)</a:t>
                      </a:r>
                      <a:r>
                        <a:rPr kumimoji="1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  <a:r>
                        <a:rPr kumimoji="1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시설대관 목록 </a:t>
                      </a: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kumimoji="1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수정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목록 확인 및 등록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삭제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수정</a:t>
                      </a:r>
                      <a:endParaRPr kumimoji="1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공통영역 ‘관리자페이지 중복기능 통합 가이드’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p.4</a:t>
                      </a:r>
                    </a:p>
                  </a:txBody>
                  <a:tcPr marL="72000" marR="36000" marT="72000" marB="72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56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정보 입력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영역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필드 참조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구분 선택 시 대관료 제외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b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대관에 따른 정보 자동 출력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설명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위치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규모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운영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시간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문의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유의사항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출력되는 정보는 수정가능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다음페이지 참조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대관이미지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첨부파일 업로드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영역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파일 추가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파일 탐색기로 업로드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복수 업로드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최대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용량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50MB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확장자 제한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en-US" altLang="ko-KR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jpg,png,jpeg</a:t>
                      </a:r>
                      <a:endParaRPr kumimoji="1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업로드 시 파일 영역에 파일명 및 삭제 버튼 표시</a:t>
                      </a: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95294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첨부파일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첨부파일 업로드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영역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파일 추가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파일 탐색기로 업로드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복수 업로드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최대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용량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50MB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제한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확장자 제한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en-US" altLang="ko-KR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hwp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/pdf/</a:t>
                      </a:r>
                      <a:r>
                        <a:rPr kumimoji="1" lang="en-US" altLang="ko-KR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xls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/xlsx/ppt/pptx/docx/</a:t>
                      </a:r>
                      <a:r>
                        <a:rPr kumimoji="1" lang="en-US" altLang="ko-KR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odt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 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업로드 시 파일 영역에 파일명 및 삭제 버튼 표시</a:t>
                      </a: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86047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게시여부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라디오 버튼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미게시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미게시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미게시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선택시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사용자페이지에서 숨김 처리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69458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 초기화 버튼</a:t>
                      </a:r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 초기화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입력한 등록 정보 초기값으로 변경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813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 버튼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필수 값 유효성 검사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 값 미 입력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 입력 항목 우측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경고문구 표시 및 해당 영역으로 이동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중복일 경우 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최상단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우선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 값 입력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 정보 저장 후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Alert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’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 완료되었습니다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.’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 클릭 시 목록페이지로 이동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39088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버튼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목록 페이지로 이동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934267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E4639E5-A87D-A669-5C0B-14C93324F5A5}"/>
              </a:ext>
            </a:extLst>
          </p:cNvPr>
          <p:cNvGraphicFramePr>
            <a:graphicFrameLocks noGrp="1"/>
          </p:cNvGraphicFramePr>
          <p:nvPr/>
        </p:nvGraphicFramePr>
        <p:xfrm>
          <a:off x="354227" y="1349194"/>
          <a:ext cx="8690919" cy="4696882"/>
        </p:xfrm>
        <a:graphic>
          <a:graphicData uri="http://schemas.openxmlformats.org/drawingml/2006/table">
            <a:tbl>
              <a:tblPr firstRow="1" bandRow="1"/>
              <a:tblGrid>
                <a:gridCol w="130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명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ko-KR" altLang="en-US" sz="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위치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좌석수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kern="12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문의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유의사항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kern="12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97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이미지 </a:t>
                      </a:r>
                      <a:r>
                        <a:rPr lang="ko-KR" altLang="en-US" sz="800" b="0" kern="12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          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            </a:t>
                      </a:r>
                      <a:endParaRPr lang="ko-KR" altLang="en-US" sz="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105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첨부파일 </a:t>
                      </a:r>
                      <a:r>
                        <a:rPr lang="ko-KR" altLang="en-US" sz="800" b="0" kern="12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5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게시여부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🔘게시  ⚫</a:t>
                      </a:r>
                      <a:r>
                        <a:rPr lang="ko-KR" altLang="en-US" sz="8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미게시</a:t>
                      </a:r>
                      <a:endParaRPr lang="ko-KR" altLang="en-US" sz="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153779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612AE4C5-5AB9-45C9-3F19-F4DE2D105B01}"/>
              </a:ext>
            </a:extLst>
          </p:cNvPr>
          <p:cNvSpPr/>
          <p:nvPr/>
        </p:nvSpPr>
        <p:spPr>
          <a:xfrm>
            <a:off x="1751357" y="1741970"/>
            <a:ext cx="4923763" cy="2160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lumMod val="85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노랑아트홀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2A8E9C-6027-D9E1-36C4-225CA2702616}"/>
              </a:ext>
            </a:extLst>
          </p:cNvPr>
          <p:cNvSpPr/>
          <p:nvPr/>
        </p:nvSpPr>
        <p:spPr>
          <a:xfrm>
            <a:off x="1751357" y="2081989"/>
            <a:ext cx="4923763" cy="2160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lumMod val="85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670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석 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층 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478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석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층 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192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6F307AC-44B2-C4B4-1742-438CAD514A81}"/>
              </a:ext>
            </a:extLst>
          </p:cNvPr>
          <p:cNvSpPr/>
          <p:nvPr/>
        </p:nvSpPr>
        <p:spPr>
          <a:xfrm>
            <a:off x="1751356" y="2405382"/>
            <a:ext cx="4923764" cy="2160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lumMod val="85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파랑아트홀 1588-1111 | 파랑/노랑/검정 1588-0000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33D6572-FF49-CF88-101C-3131373F86DE}"/>
              </a:ext>
            </a:extLst>
          </p:cNvPr>
          <p:cNvSpPr/>
          <p:nvPr/>
        </p:nvSpPr>
        <p:spPr>
          <a:xfrm>
            <a:off x="1751356" y="2730643"/>
            <a:ext cx="4923764" cy="2160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lumMod val="85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공연연습 또는 무대설치를 위한 무대 사용 시는 해당요금의 </a:t>
            </a:r>
            <a:r>
              <a:rPr kumimoji="1" lang="en-US" altLang="ko-KR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50% </a:t>
            </a: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할인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CD0D30-8293-E5D7-B5E9-579B812BBAAC}"/>
              </a:ext>
            </a:extLst>
          </p:cNvPr>
          <p:cNvSpPr txBox="1"/>
          <p:nvPr/>
        </p:nvSpPr>
        <p:spPr>
          <a:xfrm>
            <a:off x="1751356" y="4704765"/>
            <a:ext cx="7257965" cy="101566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Drag files to upload</a:t>
            </a:r>
          </a:p>
          <a:p>
            <a:pPr lvl="0" algn="ctr">
              <a:defRPr/>
            </a:pP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용량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 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50MB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개수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 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확장자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hwp/pdf/</a:t>
            </a:r>
            <a:r>
              <a:rPr lang="en-US" altLang="ko-KR" sz="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xls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/xlsx/ppt/pptx/docx/</a:t>
            </a:r>
            <a:r>
              <a:rPr lang="en-US" altLang="ko-KR" sz="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odt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</a:p>
          <a:p>
            <a:pPr lvl="0" algn="ctr">
              <a:defRPr/>
            </a:pP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 algn="ctr">
              <a:defRPr/>
            </a:pP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 algn="ctr">
              <a:defRPr/>
            </a:pP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 algn="ctr">
              <a:defRPr/>
            </a:pP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 algn="ctr">
              <a:defRPr/>
            </a:pP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3923376-E17D-D788-664C-FE1A35595E01}"/>
              </a:ext>
            </a:extLst>
          </p:cNvPr>
          <p:cNvSpPr/>
          <p:nvPr/>
        </p:nvSpPr>
        <p:spPr>
          <a:xfrm>
            <a:off x="1759610" y="3044793"/>
            <a:ext cx="650026" cy="225960"/>
          </a:xfrm>
          <a:prstGeom prst="roundRect">
            <a:avLst>
              <a:gd name="adj" fmla="val 919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파일 추가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D40824F-4180-FEA6-B01F-47F67B7D8696}"/>
              </a:ext>
            </a:extLst>
          </p:cNvPr>
          <p:cNvSpPr/>
          <p:nvPr/>
        </p:nvSpPr>
        <p:spPr>
          <a:xfrm>
            <a:off x="1759610" y="4393362"/>
            <a:ext cx="650026" cy="225960"/>
          </a:xfrm>
          <a:prstGeom prst="roundRect">
            <a:avLst>
              <a:gd name="adj" fmla="val 919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파일 추가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04FB63-FE39-2BA2-64D4-B9FCEC7DA5D1}"/>
              </a:ext>
            </a:extLst>
          </p:cNvPr>
          <p:cNvSpPr txBox="1"/>
          <p:nvPr/>
        </p:nvSpPr>
        <p:spPr>
          <a:xfrm>
            <a:off x="383780" y="1145543"/>
            <a:ext cx="166834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대관 정보 수정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FB2A627-481F-692D-4C24-37DD50FF84A2}"/>
              </a:ext>
            </a:extLst>
          </p:cNvPr>
          <p:cNvSpPr/>
          <p:nvPr/>
        </p:nvSpPr>
        <p:spPr>
          <a:xfrm>
            <a:off x="1751357" y="1414674"/>
            <a:ext cx="4923763" cy="21602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lumMod val="85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파랑아트홀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1DBEECF-FC5F-820D-F9CA-7A241CE15D6F}"/>
              </a:ext>
            </a:extLst>
          </p:cNvPr>
          <p:cNvGrpSpPr/>
          <p:nvPr/>
        </p:nvGrpSpPr>
        <p:grpSpPr>
          <a:xfrm>
            <a:off x="1751357" y="3325707"/>
            <a:ext cx="7257965" cy="994375"/>
            <a:chOff x="1751357" y="3987858"/>
            <a:chExt cx="7257965" cy="9943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D866C97-3FFD-AC15-9D97-B76270360EFB}"/>
                </a:ext>
              </a:extLst>
            </p:cNvPr>
            <p:cNvSpPr txBox="1"/>
            <p:nvPr/>
          </p:nvSpPr>
          <p:spPr>
            <a:xfrm>
              <a:off x="1751357" y="3987858"/>
              <a:ext cx="7257965" cy="99437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Drag files to upload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최대 용량 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: </a:t>
              </a:r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50MB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 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최대 개수 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: </a:t>
              </a:r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 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확장자 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: </a:t>
              </a:r>
              <a:r>
                <a:rPr lang="en-US" altLang="ko-KR" sz="8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jpg,png,jpeg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 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]</a:t>
              </a:r>
            </a:p>
            <a:p>
              <a:pPr algn="ctr"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39C1B356-8AAE-64F1-C915-671F28104181}"/>
                </a:ext>
              </a:extLst>
            </p:cNvPr>
            <p:cNvGrpSpPr/>
            <p:nvPr/>
          </p:nvGrpSpPr>
          <p:grpSpPr>
            <a:xfrm>
              <a:off x="1775860" y="4409763"/>
              <a:ext cx="7211411" cy="500936"/>
              <a:chOff x="1856913" y="1443208"/>
              <a:chExt cx="7211411" cy="500936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A09448C-3A58-8626-DEC0-9720E5B1B7C6}"/>
                  </a:ext>
                </a:extLst>
              </p:cNvPr>
              <p:cNvSpPr txBox="1"/>
              <p:nvPr/>
            </p:nvSpPr>
            <p:spPr>
              <a:xfrm>
                <a:off x="2327204" y="1443208"/>
                <a:ext cx="274232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파일명이 입력됩니다</a:t>
                </a:r>
                <a:r>
                  <a:rPr lang="en-US" altLang="ko-KR" sz="8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.(</a:t>
                </a:r>
                <a:r>
                  <a:rPr lang="ko-KR" altLang="en-US" sz="8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파일용량이 입력됩니다</a:t>
                </a:r>
                <a:r>
                  <a:rPr lang="en-US" altLang="ko-KR" sz="8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.)</a:t>
                </a:r>
                <a:endParaRPr lang="ko-KR" altLang="en-US" sz="8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AA1FE119-0C49-D559-E878-538BD6BF9637}"/>
                  </a:ext>
                </a:extLst>
              </p:cNvPr>
              <p:cNvSpPr/>
              <p:nvPr/>
            </p:nvSpPr>
            <p:spPr>
              <a:xfrm>
                <a:off x="1893903" y="1463758"/>
                <a:ext cx="446295" cy="4462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파일</a:t>
                </a:r>
                <a:endPara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 algn="ctr"/>
                <a:r>
                  <a:rPr lang="en-US" altLang="ko-KR" sz="7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icon</a:t>
                </a:r>
                <a:endPara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506CF6D5-26A0-A4E9-E60D-77713CD87062}"/>
                  </a:ext>
                </a:extLst>
              </p:cNvPr>
              <p:cNvSpPr/>
              <p:nvPr/>
            </p:nvSpPr>
            <p:spPr>
              <a:xfrm>
                <a:off x="1856913" y="1444238"/>
                <a:ext cx="7211411" cy="499906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9DAE5E4B-EF80-CD13-3B81-6AF0F22C5B4B}"/>
                  </a:ext>
                </a:extLst>
              </p:cNvPr>
              <p:cNvSpPr/>
              <p:nvPr/>
            </p:nvSpPr>
            <p:spPr>
              <a:xfrm>
                <a:off x="2396238" y="1681104"/>
                <a:ext cx="4923763" cy="21602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FFFFFF">
                    <a:lumMod val="85000"/>
                  </a:srgbClr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ko-KR" altLang="en-US" sz="8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대체 텍스트</a:t>
                </a:r>
                <a:r>
                  <a:rPr kumimoji="1" lang="en-US" altLang="ko-KR" sz="8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(</a:t>
                </a:r>
                <a:r>
                  <a:rPr kumimoji="1" lang="ko-KR" altLang="en-US" sz="8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파일설명</a:t>
                </a:r>
                <a:r>
                  <a:rPr kumimoji="1" lang="en-US" altLang="ko-KR" sz="8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) </a:t>
                </a:r>
                <a:r>
                  <a:rPr kumimoji="1" lang="ko-KR" altLang="en-US" sz="800" kern="0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입력</a:t>
                </a:r>
                <a:endParaRPr kumimoji="1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54FA1806-AD36-F3ED-6C68-A3EAB5B652E8}"/>
                  </a:ext>
                </a:extLst>
              </p:cNvPr>
              <p:cNvSpPr/>
              <p:nvPr/>
            </p:nvSpPr>
            <p:spPr>
              <a:xfrm>
                <a:off x="8677652" y="1568124"/>
                <a:ext cx="275675" cy="225960"/>
              </a:xfrm>
              <a:prstGeom prst="roundRect">
                <a:avLst>
                  <a:gd name="adj" fmla="val 9195"/>
                </a:avLst>
              </a:prstGeom>
              <a:solidFill>
                <a:srgbClr val="C00000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🗑️</a:t>
                </a:r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464F7AF-4AC8-EF85-E05F-460986C374DE}"/>
              </a:ext>
            </a:extLst>
          </p:cNvPr>
          <p:cNvGrpSpPr/>
          <p:nvPr/>
        </p:nvGrpSpPr>
        <p:grpSpPr>
          <a:xfrm>
            <a:off x="1775860" y="5173455"/>
            <a:ext cx="7211411" cy="500936"/>
            <a:chOff x="1856913" y="1443208"/>
            <a:chExt cx="7211411" cy="500936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964C014-AA0C-32AC-D9F9-C3A107FC5A1F}"/>
                </a:ext>
              </a:extLst>
            </p:cNvPr>
            <p:cNvSpPr txBox="1"/>
            <p:nvPr/>
          </p:nvSpPr>
          <p:spPr>
            <a:xfrm>
              <a:off x="2327204" y="1443208"/>
              <a:ext cx="274232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파일명이 입력됩니다</a:t>
              </a:r>
              <a:r>
                <a:rPr lang="en-US" altLang="ko-KR" sz="8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.(</a:t>
              </a:r>
              <a:r>
                <a:rPr lang="ko-KR" altLang="en-US" sz="8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파일용량이 입력됩니다</a:t>
              </a:r>
              <a:r>
                <a:rPr lang="en-US" altLang="ko-KR" sz="8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.)</a:t>
              </a:r>
              <a:endPara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DB51E3-7E63-06F9-DA03-513575A07861}"/>
                </a:ext>
              </a:extLst>
            </p:cNvPr>
            <p:cNvSpPr/>
            <p:nvPr/>
          </p:nvSpPr>
          <p:spPr>
            <a:xfrm>
              <a:off x="1893903" y="1463758"/>
              <a:ext cx="446295" cy="4462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파일</a:t>
              </a:r>
              <a:endPara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icon</a:t>
              </a:r>
              <a:endPara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29C3B9AE-AC44-12A1-5997-880BED9ADB86}"/>
                </a:ext>
              </a:extLst>
            </p:cNvPr>
            <p:cNvSpPr/>
            <p:nvPr/>
          </p:nvSpPr>
          <p:spPr>
            <a:xfrm>
              <a:off x="1856913" y="1444238"/>
              <a:ext cx="7211411" cy="49990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05097BA-E702-A243-8D8C-D89CE4D77246}"/>
                </a:ext>
              </a:extLst>
            </p:cNvPr>
            <p:cNvSpPr/>
            <p:nvPr/>
          </p:nvSpPr>
          <p:spPr>
            <a:xfrm>
              <a:off x="2396238" y="1681104"/>
              <a:ext cx="4923763" cy="21602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FFFFFF">
                  <a:lumMod val="85000"/>
                </a:srgb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대체 텍스트</a:t>
              </a:r>
              <a:r>
                <a:rPr kumimoji="1" lang="en-US" altLang="ko-KR" sz="800" kern="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kumimoji="1" lang="ko-KR" altLang="en-US" sz="800" kern="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파일설명</a:t>
              </a:r>
              <a:r>
                <a:rPr kumimoji="1" lang="en-US" altLang="ko-KR" sz="800" kern="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 </a:t>
              </a:r>
              <a:r>
                <a:rPr kumimoji="1" lang="ko-KR" altLang="en-US" sz="800" kern="0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입력</a:t>
              </a:r>
              <a:endParaRPr kumimoji="1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0ADFB9E8-B8A5-74C9-B1BB-1A54D1BB2156}"/>
                </a:ext>
              </a:extLst>
            </p:cNvPr>
            <p:cNvSpPr/>
            <p:nvPr/>
          </p:nvSpPr>
          <p:spPr>
            <a:xfrm>
              <a:off x="8677652" y="1568124"/>
              <a:ext cx="275675" cy="225960"/>
            </a:xfrm>
            <a:prstGeom prst="roundRect">
              <a:avLst>
                <a:gd name="adj" fmla="val 9195"/>
              </a:avLst>
            </a:prstGeom>
            <a:solidFill>
              <a:srgbClr val="C0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🗑️</a:t>
              </a:r>
            </a:p>
          </p:txBody>
        </p:sp>
      </p:grpSp>
      <p:sp>
        <p:nvSpPr>
          <p:cNvPr id="82" name="타원 81">
            <a:extLst>
              <a:ext uri="{FF2B5EF4-FFF2-40B4-BE49-F238E27FC236}">
                <a16:creationId xmlns:a16="http://schemas.microsoft.com/office/drawing/2014/main" id="{0C6CF3BB-BAD7-3C74-AF43-1F45395778BD}"/>
              </a:ext>
            </a:extLst>
          </p:cNvPr>
          <p:cNvSpPr/>
          <p:nvPr/>
        </p:nvSpPr>
        <p:spPr>
          <a:xfrm>
            <a:off x="127628" y="3575833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6D0FDF67-1E49-7E04-DADA-145450A3B0B3}"/>
              </a:ext>
            </a:extLst>
          </p:cNvPr>
          <p:cNvSpPr/>
          <p:nvPr/>
        </p:nvSpPr>
        <p:spPr>
          <a:xfrm>
            <a:off x="124087" y="4947433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923F189F-306D-F715-B3AA-1DB1AEA32648}"/>
              </a:ext>
            </a:extLst>
          </p:cNvPr>
          <p:cNvCxnSpPr>
            <a:cxnSpLocks/>
          </p:cNvCxnSpPr>
          <p:nvPr/>
        </p:nvCxnSpPr>
        <p:spPr>
          <a:xfrm>
            <a:off x="233918" y="1349194"/>
            <a:ext cx="0" cy="169559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23BED513-3914-58E1-E375-CC552FAB7564}"/>
              </a:ext>
            </a:extLst>
          </p:cNvPr>
          <p:cNvSpPr/>
          <p:nvPr/>
        </p:nvSpPr>
        <p:spPr>
          <a:xfrm>
            <a:off x="127628" y="2004152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CB9F7D1-F880-7BAA-0897-54D887F32400}"/>
              </a:ext>
            </a:extLst>
          </p:cNvPr>
          <p:cNvSpPr/>
          <p:nvPr/>
        </p:nvSpPr>
        <p:spPr>
          <a:xfrm>
            <a:off x="4297273" y="6222435"/>
            <a:ext cx="823795" cy="2790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저장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F8658E7-5987-C4CB-DDE7-4BA83E4C7525}"/>
              </a:ext>
            </a:extLst>
          </p:cNvPr>
          <p:cNvSpPr/>
          <p:nvPr/>
        </p:nvSpPr>
        <p:spPr>
          <a:xfrm>
            <a:off x="5196971" y="6222436"/>
            <a:ext cx="823795" cy="2790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목록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B821C11-E5C8-7F8C-3132-D858FD1A1186}"/>
              </a:ext>
            </a:extLst>
          </p:cNvPr>
          <p:cNvSpPr/>
          <p:nvPr/>
        </p:nvSpPr>
        <p:spPr>
          <a:xfrm>
            <a:off x="3397575" y="6222435"/>
            <a:ext cx="823795" cy="2790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초기화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3D558EA7-837B-AB86-0490-C859C757B0F8}"/>
              </a:ext>
            </a:extLst>
          </p:cNvPr>
          <p:cNvSpPr/>
          <p:nvPr/>
        </p:nvSpPr>
        <p:spPr>
          <a:xfrm>
            <a:off x="3308972" y="6114435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186B81E5-E07B-E582-CC39-3746B80AFDBA}"/>
              </a:ext>
            </a:extLst>
          </p:cNvPr>
          <p:cNvSpPr/>
          <p:nvPr/>
        </p:nvSpPr>
        <p:spPr>
          <a:xfrm>
            <a:off x="4242422" y="6114435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D3ADBD71-FD96-43D5-C0E3-EBD8004231D7}"/>
              </a:ext>
            </a:extLst>
          </p:cNvPr>
          <p:cNvSpPr/>
          <p:nvPr/>
        </p:nvSpPr>
        <p:spPr>
          <a:xfrm>
            <a:off x="5175872" y="6114435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CFF1106-FAD4-A6EF-9B26-A6E93052C13E}"/>
              </a:ext>
            </a:extLst>
          </p:cNvPr>
          <p:cNvSpPr/>
          <p:nvPr/>
        </p:nvSpPr>
        <p:spPr>
          <a:xfrm>
            <a:off x="124087" y="5772074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8834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A6057-6DCB-DBBF-529B-C70764BC1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9CE4F467-BBEA-4AF1-01C7-D165C47604C9}"/>
              </a:ext>
            </a:extLst>
          </p:cNvPr>
          <p:cNvGraphicFramePr>
            <a:graphicFrameLocks noGrp="1"/>
          </p:cNvGraphicFramePr>
          <p:nvPr/>
        </p:nvGraphicFramePr>
        <p:xfrm>
          <a:off x="341416" y="2810270"/>
          <a:ext cx="8828501" cy="3299911"/>
        </p:xfrm>
        <a:graphic>
          <a:graphicData uri="http://schemas.openxmlformats.org/drawingml/2006/table">
            <a:tbl>
              <a:tblPr firstRow="1" bandRow="1"/>
              <a:tblGrid>
                <a:gridCol w="274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6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6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24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61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1740">
                  <a:extLst>
                    <a:ext uri="{9D8B030D-6E8A-4147-A177-3AD203B41FA5}">
                      <a16:colId xmlns:a16="http://schemas.microsoft.com/office/drawing/2014/main" val="2842867312"/>
                    </a:ext>
                  </a:extLst>
                </a:gridCol>
                <a:gridCol w="1415238">
                  <a:extLst>
                    <a:ext uri="{9D8B030D-6E8A-4147-A177-3AD203B41FA5}">
                      <a16:colId xmlns:a16="http://schemas.microsoft.com/office/drawing/2014/main" val="3764192876"/>
                    </a:ext>
                  </a:extLst>
                </a:gridCol>
              </a:tblGrid>
              <a:tr h="2910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lang="ko-KR" altLang="en-US" sz="800" b="1" kern="1200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lang="en-US" altLang="ko-KR" sz="800" b="1" kern="1200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No.</a:t>
                      </a:r>
                      <a:endParaRPr lang="ko-KR" altLang="en-US" sz="800" b="1" kern="1200" spc="-50" baseline="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lang="ko-KR" altLang="en-US" sz="800" b="1" kern="1200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공연장</a:t>
                      </a:r>
                      <a:r>
                        <a:rPr lang="en-US" altLang="ko-KR" sz="800" b="1" kern="1200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1" kern="1200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시설</a:t>
                      </a:r>
                      <a:r>
                        <a:rPr lang="en-US" altLang="ko-KR" sz="800" b="1" kern="1200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800" b="1" kern="1200" spc="-50" baseline="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lang="ko-KR" altLang="en-US" sz="800" b="1" kern="1200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기간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lang="ko-KR" altLang="en-US" sz="800" b="1" kern="1200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성명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lang="ko-KR" altLang="en-US" sz="800" b="1" kern="1200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휴대폰 번호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lang="ko-KR" altLang="en-US" sz="800" b="1" kern="1200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lang="ko-KR" altLang="en-US" sz="800" b="1" kern="1200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예약상태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lang="ko-KR" altLang="en-US" sz="800" b="1" kern="1200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확정 상태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lang="ko-KR" altLang="en-US" sz="800" b="1" kern="1200" spc="-50" baseline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등록일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89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파랑아트홀         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YYYY-MM-DD ~ YYYY-MM-DD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홍길동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010-5000-0000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ehtoem03@naver.com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심의대기</a:t>
                      </a:r>
                      <a:endParaRPr kumimoji="0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YYYY-MM-DD 00:00:00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89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파랑아트홀        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2026-02-02 ~2026-02-04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홍길동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010-5000-0000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ehtoem03@naver.com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불승인</a:t>
                      </a:r>
                      <a:endParaRPr kumimoji="0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2026-01-01 12:12:12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472514"/>
                  </a:ext>
                </a:extLst>
              </a:tr>
              <a:tr h="3008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파랑아트홀        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2026-02-02 ~2026-02-04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010-5000-0000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ehtoem03@naver.com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승인</a:t>
                      </a:r>
                      <a:endParaRPr kumimoji="0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입금대기</a:t>
                      </a:r>
                      <a:endParaRPr kumimoji="0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2026-01-01 12:12:12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913833"/>
                  </a:ext>
                </a:extLst>
              </a:tr>
              <a:tr h="3008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파랑아트홀        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2026-02-02 ~2026-02-04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010-5000-0000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ehtoem03@naver.com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조건부 승인</a:t>
                      </a:r>
                      <a:endParaRPr kumimoji="0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최종확정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2026-01-01 12:12:12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07934"/>
                  </a:ext>
                </a:extLst>
              </a:tr>
              <a:tr h="3008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파랑아트홀        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2026-02-02 ~2026-02-04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010-5000-0000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ehtoem03@naver.com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취소</a:t>
                      </a:r>
                      <a:endParaRPr kumimoji="0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2026-01-01 12:12:12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39474"/>
                  </a:ext>
                </a:extLst>
              </a:tr>
              <a:tr h="3008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파랑아트홀        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2026-02-02 ~2026-02-04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010-5000-0000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ehtoem03@naver.com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endParaRPr kumimoji="0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2026-01-01 12:12:12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128637"/>
                  </a:ext>
                </a:extLst>
              </a:tr>
              <a:tr h="3008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파랑아트홀        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2026-02-02 ~2026-02-04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010-5000-0000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ehtoem03@naver.com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endParaRPr kumimoji="0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2026-01-01 12:12:12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288488"/>
                  </a:ext>
                </a:extLst>
              </a:tr>
              <a:tr h="3008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파랑아트홀        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2026-02-02 ~2026-02-04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010-5000-0000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ehtoem03@naver.com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endParaRPr kumimoji="0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2026-01-01 12:12:12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379593"/>
                  </a:ext>
                </a:extLst>
              </a:tr>
              <a:tr h="3008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파랑아트홀        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2026-02-02 ~2026-02-04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010-5000-0000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ehtoem03@naver.com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endParaRPr kumimoji="0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2026-01-01 12:12:12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043787"/>
                  </a:ext>
                </a:extLst>
              </a:tr>
              <a:tr h="3008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□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파랑아트홀         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2026-02-02 ~2026-02-04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홍길동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010-5000-0000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ehtoem03@naver.com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endParaRPr kumimoji="0" lang="en-US" altLang="ko-KR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None/>
                        <a:defRPr lang="ko-KR"/>
                      </a:pP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 lang="ko-KR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2026-01-01 12:12:12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624862"/>
                  </a:ext>
                </a:extLst>
              </a:tr>
            </a:tbl>
          </a:graphicData>
        </a:graphic>
      </p:graphicFrame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16A3CE0-6951-E9EE-4E4F-CFA82E0D3D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신청자 목록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77556-0781-453C-B595-73202F83E7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Home &gt; </a:t>
            </a:r>
            <a:r>
              <a:rPr lang="ko-KR" altLang="en-US" dirty="0"/>
              <a:t>시설대관 관리</a:t>
            </a:r>
            <a:r>
              <a:rPr lang="en-US" altLang="ko-KR" dirty="0"/>
              <a:t>(A)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신청자 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D5CDF9-2B04-3244-8C27-CF162EEB1231}"/>
              </a:ext>
            </a:extLst>
          </p:cNvPr>
          <p:cNvSpPr txBox="1"/>
          <p:nvPr/>
        </p:nvSpPr>
        <p:spPr>
          <a:xfrm>
            <a:off x="390956" y="874712"/>
            <a:ext cx="166834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20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신청자 목록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8ADFFB-52A2-7285-4680-6BEC6C6728CC}"/>
              </a:ext>
            </a:extLst>
          </p:cNvPr>
          <p:cNvSpPr/>
          <p:nvPr/>
        </p:nvSpPr>
        <p:spPr>
          <a:xfrm>
            <a:off x="369433" y="1105631"/>
            <a:ext cx="8789310" cy="8603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382E737-7A20-F124-0F4B-321610E2A485}"/>
              </a:ext>
            </a:extLst>
          </p:cNvPr>
          <p:cNvGrpSpPr/>
          <p:nvPr/>
        </p:nvGrpSpPr>
        <p:grpSpPr>
          <a:xfrm>
            <a:off x="735120" y="1509939"/>
            <a:ext cx="5394054" cy="251319"/>
            <a:chOff x="743415" y="1951759"/>
            <a:chExt cx="5394054" cy="251319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B75A464-293B-DC77-E0D7-269CA1CC64AA}"/>
                </a:ext>
              </a:extLst>
            </p:cNvPr>
            <p:cNvGrpSpPr/>
            <p:nvPr/>
          </p:nvGrpSpPr>
          <p:grpSpPr>
            <a:xfrm>
              <a:off x="1249253" y="1951759"/>
              <a:ext cx="1966912" cy="248314"/>
              <a:chOff x="2402603" y="3523946"/>
              <a:chExt cx="1966912" cy="248314"/>
            </a:xfrm>
          </p:grpSpPr>
          <p:grpSp>
            <p:nvGrpSpPr>
              <p:cNvPr id="17" name="Date Field" descr="&lt;SmartSettings&gt;&lt;SmartResize enabled=&quot;True&quot; minWidth=&quot;20&quot; minHeight=&quot;13&quot; /&gt;&lt;/SmartSettings&gt;">
                <a:extLst>
                  <a:ext uri="{FF2B5EF4-FFF2-40B4-BE49-F238E27FC236}">
                    <a16:creationId xmlns:a16="http://schemas.microsoft.com/office/drawing/2014/main" id="{7F7DB15C-147A-DF12-A5DE-F4798D089227}"/>
                  </a:ext>
                </a:extLst>
              </p:cNvPr>
              <p:cNvGrpSpPr/>
              <p:nvPr/>
            </p:nvGrpSpPr>
            <p:grpSpPr>
              <a:xfrm>
                <a:off x="2402603" y="3523946"/>
                <a:ext cx="890673" cy="241092"/>
                <a:chOff x="928689" y="1251717"/>
                <a:chExt cx="756980" cy="241092"/>
              </a:xfrm>
            </p:grpSpPr>
            <p:sp>
              <p:nvSpPr>
                <p:cNvPr id="22" name="Text Box">
                  <a:extLst>
                    <a:ext uri="{FF2B5EF4-FFF2-40B4-BE49-F238E27FC236}">
                      <a16:creationId xmlns:a16="http://schemas.microsoft.com/office/drawing/2014/main" id="{DB537C11-FB56-5A02-D0F7-1C6C0D3CABEE}"/>
                    </a:ext>
                  </a:extLst>
                </p:cNvPr>
                <p:cNvSpPr/>
                <p:nvPr/>
              </p:nvSpPr>
              <p:spPr>
                <a:xfrm>
                  <a:off x="928689" y="1251717"/>
                  <a:ext cx="756980" cy="24109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txBody>
  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atinLnBrk="1"/>
                  <a:r>
                    <a:rPr lang="ko-KR" altLang="en-US" sz="800" spc="-80" dirty="0">
                      <a:solidFill>
                        <a:srgbClr val="7F7F7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날짜선택</a:t>
                  </a:r>
                  <a:endParaRPr lang="en-US" sz="800" spc="-80" dirty="0">
                    <a:solidFill>
                      <a:srgbClr val="7F7F7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23" name="Date Picker Icon" descr="&lt;Tags&gt;&lt;SMARTRESIZEANCHORS&gt;None,None,None,Absolute&lt;/SMARTRESIZEANCHORS&gt;&lt;/Tags&gt;">
                  <a:extLst>
                    <a:ext uri="{FF2B5EF4-FFF2-40B4-BE49-F238E27FC236}">
                      <a16:creationId xmlns:a16="http://schemas.microsoft.com/office/drawing/2014/main" id="{4DA8CECF-9A87-5123-A4E5-1043E780F91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1064" y="1295204"/>
                  <a:ext cx="151264" cy="154118"/>
                </a:xfrm>
                <a:custGeom>
                  <a:avLst/>
                  <a:gdLst>
                    <a:gd name="T0" fmla="*/ 115 w 450"/>
                    <a:gd name="T1" fmla="*/ 79 h 445"/>
                    <a:gd name="T2" fmla="*/ 132 w 450"/>
                    <a:gd name="T3" fmla="*/ 0 h 445"/>
                    <a:gd name="T4" fmla="*/ 318 w 450"/>
                    <a:gd name="T5" fmla="*/ 0 h 445"/>
                    <a:gd name="T6" fmla="*/ 336 w 450"/>
                    <a:gd name="T7" fmla="*/ 79 h 445"/>
                    <a:gd name="T8" fmla="*/ 318 w 450"/>
                    <a:gd name="T9" fmla="*/ 0 h 445"/>
                    <a:gd name="T10" fmla="*/ 0 w 450"/>
                    <a:gd name="T11" fmla="*/ 445 h 445"/>
                    <a:gd name="T12" fmla="*/ 450 w 450"/>
                    <a:gd name="T13" fmla="*/ 39 h 445"/>
                    <a:gd name="T14" fmla="*/ 360 w 450"/>
                    <a:gd name="T15" fmla="*/ 57 h 445"/>
                    <a:gd name="T16" fmla="*/ 432 w 450"/>
                    <a:gd name="T17" fmla="*/ 427 h 445"/>
                    <a:gd name="T18" fmla="*/ 18 w 450"/>
                    <a:gd name="T19" fmla="*/ 57 h 445"/>
                    <a:gd name="T20" fmla="*/ 88 w 450"/>
                    <a:gd name="T21" fmla="*/ 39 h 445"/>
                    <a:gd name="T22" fmla="*/ 156 w 450"/>
                    <a:gd name="T23" fmla="*/ 39 h 445"/>
                    <a:gd name="T24" fmla="*/ 295 w 450"/>
                    <a:gd name="T25" fmla="*/ 57 h 445"/>
                    <a:gd name="T26" fmla="*/ 156 w 450"/>
                    <a:gd name="T27" fmla="*/ 39 h 445"/>
                    <a:gd name="T28" fmla="*/ 45 w 450"/>
                    <a:gd name="T29" fmla="*/ 142 h 445"/>
                    <a:gd name="T30" fmla="*/ 405 w 450"/>
                    <a:gd name="T31" fmla="*/ 124 h 445"/>
                    <a:gd name="T32" fmla="*/ 169 w 450"/>
                    <a:gd name="T33" fmla="*/ 212 h 445"/>
                    <a:gd name="T34" fmla="*/ 147 w 450"/>
                    <a:gd name="T35" fmla="*/ 227 h 445"/>
                    <a:gd name="T36" fmla="*/ 122 w 450"/>
                    <a:gd name="T37" fmla="*/ 238 h 445"/>
                    <a:gd name="T38" fmla="*/ 132 w 450"/>
                    <a:gd name="T39" fmla="*/ 253 h 445"/>
                    <a:gd name="T40" fmla="*/ 153 w 450"/>
                    <a:gd name="T41" fmla="*/ 242 h 445"/>
                    <a:gd name="T42" fmla="*/ 158 w 450"/>
                    <a:gd name="T43" fmla="*/ 374 h 445"/>
                    <a:gd name="T44" fmla="*/ 176 w 450"/>
                    <a:gd name="T45" fmla="*/ 212 h 445"/>
                    <a:gd name="T46" fmla="*/ 277 w 450"/>
                    <a:gd name="T47" fmla="*/ 213 h 445"/>
                    <a:gd name="T48" fmla="*/ 236 w 450"/>
                    <a:gd name="T49" fmla="*/ 228 h 445"/>
                    <a:gd name="T50" fmla="*/ 245 w 450"/>
                    <a:gd name="T51" fmla="*/ 240 h 445"/>
                    <a:gd name="T52" fmla="*/ 264 w 450"/>
                    <a:gd name="T53" fmla="*/ 230 h 445"/>
                    <a:gd name="T54" fmla="*/ 286 w 450"/>
                    <a:gd name="T55" fmla="*/ 230 h 445"/>
                    <a:gd name="T56" fmla="*/ 302 w 450"/>
                    <a:gd name="T57" fmla="*/ 245 h 445"/>
                    <a:gd name="T58" fmla="*/ 303 w 450"/>
                    <a:gd name="T59" fmla="*/ 269 h 445"/>
                    <a:gd name="T60" fmla="*/ 288 w 450"/>
                    <a:gd name="T61" fmla="*/ 292 h 445"/>
                    <a:gd name="T62" fmla="*/ 253 w 450"/>
                    <a:gd name="T63" fmla="*/ 320 h 445"/>
                    <a:gd name="T64" fmla="*/ 233 w 450"/>
                    <a:gd name="T65" fmla="*/ 348 h 445"/>
                    <a:gd name="T66" fmla="*/ 230 w 450"/>
                    <a:gd name="T67" fmla="*/ 374 h 445"/>
                    <a:gd name="T68" fmla="*/ 328 w 450"/>
                    <a:gd name="T69" fmla="*/ 358 h 445"/>
                    <a:gd name="T70" fmla="*/ 251 w 450"/>
                    <a:gd name="T71" fmla="*/ 346 h 445"/>
                    <a:gd name="T72" fmla="*/ 268 w 450"/>
                    <a:gd name="T73" fmla="*/ 326 h 445"/>
                    <a:gd name="T74" fmla="*/ 303 w 450"/>
                    <a:gd name="T75" fmla="*/ 299 h 445"/>
                    <a:gd name="T76" fmla="*/ 320 w 450"/>
                    <a:gd name="T77" fmla="*/ 273 h 445"/>
                    <a:gd name="T78" fmla="*/ 318 w 450"/>
                    <a:gd name="T79" fmla="*/ 238 h 445"/>
                    <a:gd name="T80" fmla="*/ 295 w 450"/>
                    <a:gd name="T81" fmla="*/ 216 h 4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50" h="445">
                      <a:moveTo>
                        <a:pt x="115" y="0"/>
                      </a:moveTo>
                      <a:lnTo>
                        <a:pt x="115" y="79"/>
                      </a:lnTo>
                      <a:lnTo>
                        <a:pt x="132" y="79"/>
                      </a:lnTo>
                      <a:lnTo>
                        <a:pt x="132" y="0"/>
                      </a:lnTo>
                      <a:lnTo>
                        <a:pt x="115" y="0"/>
                      </a:lnTo>
                      <a:close/>
                      <a:moveTo>
                        <a:pt x="318" y="0"/>
                      </a:moveTo>
                      <a:lnTo>
                        <a:pt x="318" y="79"/>
                      </a:lnTo>
                      <a:lnTo>
                        <a:pt x="336" y="79"/>
                      </a:lnTo>
                      <a:lnTo>
                        <a:pt x="336" y="0"/>
                      </a:lnTo>
                      <a:lnTo>
                        <a:pt x="318" y="0"/>
                      </a:lnTo>
                      <a:close/>
                      <a:moveTo>
                        <a:pt x="0" y="39"/>
                      </a:moveTo>
                      <a:lnTo>
                        <a:pt x="0" y="445"/>
                      </a:lnTo>
                      <a:lnTo>
                        <a:pt x="450" y="445"/>
                      </a:lnTo>
                      <a:lnTo>
                        <a:pt x="450" y="39"/>
                      </a:lnTo>
                      <a:lnTo>
                        <a:pt x="360" y="39"/>
                      </a:lnTo>
                      <a:lnTo>
                        <a:pt x="360" y="57"/>
                      </a:lnTo>
                      <a:lnTo>
                        <a:pt x="432" y="57"/>
                      </a:lnTo>
                      <a:lnTo>
                        <a:pt x="432" y="427"/>
                      </a:lnTo>
                      <a:lnTo>
                        <a:pt x="18" y="427"/>
                      </a:lnTo>
                      <a:lnTo>
                        <a:pt x="18" y="57"/>
                      </a:lnTo>
                      <a:lnTo>
                        <a:pt x="88" y="57"/>
                      </a:lnTo>
                      <a:lnTo>
                        <a:pt x="88" y="39"/>
                      </a:lnTo>
                      <a:lnTo>
                        <a:pt x="0" y="39"/>
                      </a:lnTo>
                      <a:close/>
                      <a:moveTo>
                        <a:pt x="156" y="39"/>
                      </a:moveTo>
                      <a:lnTo>
                        <a:pt x="156" y="57"/>
                      </a:lnTo>
                      <a:lnTo>
                        <a:pt x="295" y="57"/>
                      </a:lnTo>
                      <a:lnTo>
                        <a:pt x="295" y="39"/>
                      </a:lnTo>
                      <a:lnTo>
                        <a:pt x="156" y="39"/>
                      </a:lnTo>
                      <a:close/>
                      <a:moveTo>
                        <a:pt x="45" y="124"/>
                      </a:moveTo>
                      <a:lnTo>
                        <a:pt x="45" y="142"/>
                      </a:lnTo>
                      <a:lnTo>
                        <a:pt x="405" y="142"/>
                      </a:lnTo>
                      <a:lnTo>
                        <a:pt x="405" y="124"/>
                      </a:lnTo>
                      <a:lnTo>
                        <a:pt x="45" y="124"/>
                      </a:lnTo>
                      <a:close/>
                      <a:moveTo>
                        <a:pt x="169" y="212"/>
                      </a:moveTo>
                      <a:cubicBezTo>
                        <a:pt x="167" y="215"/>
                        <a:pt x="163" y="217"/>
                        <a:pt x="160" y="219"/>
                      </a:cubicBezTo>
                      <a:cubicBezTo>
                        <a:pt x="156" y="222"/>
                        <a:pt x="152" y="225"/>
                        <a:pt x="147" y="227"/>
                      </a:cubicBezTo>
                      <a:cubicBezTo>
                        <a:pt x="143" y="229"/>
                        <a:pt x="139" y="231"/>
                        <a:pt x="134" y="233"/>
                      </a:cubicBezTo>
                      <a:cubicBezTo>
                        <a:pt x="130" y="235"/>
                        <a:pt x="126" y="237"/>
                        <a:pt x="122" y="238"/>
                      </a:cubicBezTo>
                      <a:lnTo>
                        <a:pt x="122" y="256"/>
                      </a:lnTo>
                      <a:cubicBezTo>
                        <a:pt x="125" y="255"/>
                        <a:pt x="129" y="254"/>
                        <a:pt x="132" y="253"/>
                      </a:cubicBezTo>
                      <a:cubicBezTo>
                        <a:pt x="136" y="251"/>
                        <a:pt x="140" y="249"/>
                        <a:pt x="143" y="247"/>
                      </a:cubicBezTo>
                      <a:cubicBezTo>
                        <a:pt x="146" y="246"/>
                        <a:pt x="150" y="244"/>
                        <a:pt x="153" y="242"/>
                      </a:cubicBezTo>
                      <a:cubicBezTo>
                        <a:pt x="155" y="240"/>
                        <a:pt x="156" y="238"/>
                        <a:pt x="158" y="237"/>
                      </a:cubicBezTo>
                      <a:lnTo>
                        <a:pt x="158" y="374"/>
                      </a:lnTo>
                      <a:lnTo>
                        <a:pt x="176" y="374"/>
                      </a:lnTo>
                      <a:lnTo>
                        <a:pt x="176" y="212"/>
                      </a:lnTo>
                      <a:lnTo>
                        <a:pt x="169" y="212"/>
                      </a:lnTo>
                      <a:close/>
                      <a:moveTo>
                        <a:pt x="277" y="213"/>
                      </a:moveTo>
                      <a:cubicBezTo>
                        <a:pt x="268" y="213"/>
                        <a:pt x="260" y="214"/>
                        <a:pt x="254" y="217"/>
                      </a:cubicBezTo>
                      <a:cubicBezTo>
                        <a:pt x="248" y="219"/>
                        <a:pt x="241" y="223"/>
                        <a:pt x="236" y="228"/>
                      </a:cubicBezTo>
                      <a:lnTo>
                        <a:pt x="236" y="247"/>
                      </a:lnTo>
                      <a:cubicBezTo>
                        <a:pt x="239" y="245"/>
                        <a:pt x="242" y="242"/>
                        <a:pt x="245" y="240"/>
                      </a:cubicBezTo>
                      <a:cubicBezTo>
                        <a:pt x="248" y="237"/>
                        <a:pt x="251" y="235"/>
                        <a:pt x="254" y="233"/>
                      </a:cubicBezTo>
                      <a:cubicBezTo>
                        <a:pt x="257" y="232"/>
                        <a:pt x="260" y="231"/>
                        <a:pt x="264" y="230"/>
                      </a:cubicBezTo>
                      <a:cubicBezTo>
                        <a:pt x="267" y="229"/>
                        <a:pt x="271" y="228"/>
                        <a:pt x="274" y="228"/>
                      </a:cubicBezTo>
                      <a:cubicBezTo>
                        <a:pt x="278" y="228"/>
                        <a:pt x="282" y="229"/>
                        <a:pt x="286" y="230"/>
                      </a:cubicBezTo>
                      <a:cubicBezTo>
                        <a:pt x="289" y="231"/>
                        <a:pt x="293" y="233"/>
                        <a:pt x="295" y="235"/>
                      </a:cubicBezTo>
                      <a:cubicBezTo>
                        <a:pt x="298" y="237"/>
                        <a:pt x="300" y="241"/>
                        <a:pt x="302" y="245"/>
                      </a:cubicBezTo>
                      <a:cubicBezTo>
                        <a:pt x="303" y="248"/>
                        <a:pt x="303" y="252"/>
                        <a:pt x="303" y="257"/>
                      </a:cubicBezTo>
                      <a:cubicBezTo>
                        <a:pt x="303" y="261"/>
                        <a:pt x="304" y="266"/>
                        <a:pt x="303" y="269"/>
                      </a:cubicBezTo>
                      <a:cubicBezTo>
                        <a:pt x="302" y="273"/>
                        <a:pt x="300" y="277"/>
                        <a:pt x="297" y="281"/>
                      </a:cubicBezTo>
                      <a:cubicBezTo>
                        <a:pt x="295" y="285"/>
                        <a:pt x="291" y="289"/>
                        <a:pt x="288" y="292"/>
                      </a:cubicBezTo>
                      <a:cubicBezTo>
                        <a:pt x="284" y="296"/>
                        <a:pt x="279" y="300"/>
                        <a:pt x="273" y="304"/>
                      </a:cubicBezTo>
                      <a:cubicBezTo>
                        <a:pt x="265" y="310"/>
                        <a:pt x="259" y="315"/>
                        <a:pt x="253" y="320"/>
                      </a:cubicBezTo>
                      <a:cubicBezTo>
                        <a:pt x="248" y="324"/>
                        <a:pt x="243" y="329"/>
                        <a:pt x="240" y="334"/>
                      </a:cubicBezTo>
                      <a:cubicBezTo>
                        <a:pt x="237" y="339"/>
                        <a:pt x="234" y="343"/>
                        <a:pt x="233" y="348"/>
                      </a:cubicBezTo>
                      <a:cubicBezTo>
                        <a:pt x="231" y="353"/>
                        <a:pt x="230" y="360"/>
                        <a:pt x="230" y="367"/>
                      </a:cubicBezTo>
                      <a:lnTo>
                        <a:pt x="230" y="374"/>
                      </a:lnTo>
                      <a:lnTo>
                        <a:pt x="328" y="374"/>
                      </a:lnTo>
                      <a:lnTo>
                        <a:pt x="328" y="358"/>
                      </a:lnTo>
                      <a:lnTo>
                        <a:pt x="250" y="358"/>
                      </a:lnTo>
                      <a:cubicBezTo>
                        <a:pt x="250" y="353"/>
                        <a:pt x="250" y="349"/>
                        <a:pt x="251" y="346"/>
                      </a:cubicBezTo>
                      <a:cubicBezTo>
                        <a:pt x="252" y="343"/>
                        <a:pt x="254" y="340"/>
                        <a:pt x="257" y="337"/>
                      </a:cubicBezTo>
                      <a:cubicBezTo>
                        <a:pt x="259" y="333"/>
                        <a:pt x="263" y="330"/>
                        <a:pt x="268" y="326"/>
                      </a:cubicBezTo>
                      <a:cubicBezTo>
                        <a:pt x="273" y="322"/>
                        <a:pt x="279" y="318"/>
                        <a:pt x="287" y="313"/>
                      </a:cubicBezTo>
                      <a:cubicBezTo>
                        <a:pt x="293" y="308"/>
                        <a:pt x="298" y="304"/>
                        <a:pt x="303" y="299"/>
                      </a:cubicBezTo>
                      <a:cubicBezTo>
                        <a:pt x="307" y="295"/>
                        <a:pt x="310" y="292"/>
                        <a:pt x="313" y="287"/>
                      </a:cubicBezTo>
                      <a:cubicBezTo>
                        <a:pt x="316" y="283"/>
                        <a:pt x="319" y="278"/>
                        <a:pt x="320" y="273"/>
                      </a:cubicBezTo>
                      <a:cubicBezTo>
                        <a:pt x="322" y="268"/>
                        <a:pt x="322" y="262"/>
                        <a:pt x="322" y="255"/>
                      </a:cubicBezTo>
                      <a:cubicBezTo>
                        <a:pt x="322" y="249"/>
                        <a:pt x="321" y="243"/>
                        <a:pt x="318" y="238"/>
                      </a:cubicBezTo>
                      <a:cubicBezTo>
                        <a:pt x="316" y="232"/>
                        <a:pt x="313" y="227"/>
                        <a:pt x="309" y="224"/>
                      </a:cubicBezTo>
                      <a:cubicBezTo>
                        <a:pt x="305" y="220"/>
                        <a:pt x="300" y="218"/>
                        <a:pt x="295" y="216"/>
                      </a:cubicBezTo>
                      <a:cubicBezTo>
                        <a:pt x="289" y="214"/>
                        <a:pt x="283" y="213"/>
                        <a:pt x="277" y="213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800" spc="-80" dirty="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p:grp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AE71B9EB-9EAB-8910-7089-BEE464839E4F}"/>
                  </a:ext>
                </a:extLst>
              </p:cNvPr>
              <p:cNvSpPr/>
              <p:nvPr/>
            </p:nvSpPr>
            <p:spPr>
              <a:xfrm>
                <a:off x="3298842" y="3575243"/>
                <a:ext cx="180000" cy="12311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ko-KR" sz="800" spc="-8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~</a:t>
                </a:r>
                <a:endPara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grpSp>
            <p:nvGrpSpPr>
              <p:cNvPr id="19" name="Date Field" descr="&lt;SmartSettings&gt;&lt;SmartResize enabled=&quot;True&quot; minWidth=&quot;20&quot; minHeight=&quot;13&quot; /&gt;&lt;/SmartSettings&gt;">
                <a:extLst>
                  <a:ext uri="{FF2B5EF4-FFF2-40B4-BE49-F238E27FC236}">
                    <a16:creationId xmlns:a16="http://schemas.microsoft.com/office/drawing/2014/main" id="{6BBC1760-A02F-27B1-7A58-D67EF685E848}"/>
                  </a:ext>
                </a:extLst>
              </p:cNvPr>
              <p:cNvGrpSpPr/>
              <p:nvPr/>
            </p:nvGrpSpPr>
            <p:grpSpPr>
              <a:xfrm>
                <a:off x="3478842" y="3531168"/>
                <a:ext cx="890673" cy="241092"/>
                <a:chOff x="930717" y="1258939"/>
                <a:chExt cx="756980" cy="241092"/>
              </a:xfrm>
            </p:grpSpPr>
            <p:sp>
              <p:nvSpPr>
                <p:cNvPr id="20" name="Text Box">
                  <a:extLst>
                    <a:ext uri="{FF2B5EF4-FFF2-40B4-BE49-F238E27FC236}">
                      <a16:creationId xmlns:a16="http://schemas.microsoft.com/office/drawing/2014/main" id="{B7BF5566-9894-FBDD-3397-C122416BC9F6}"/>
                    </a:ext>
                  </a:extLst>
                </p:cNvPr>
                <p:cNvSpPr/>
                <p:nvPr/>
              </p:nvSpPr>
              <p:spPr>
                <a:xfrm>
                  <a:off x="930717" y="1258939"/>
                  <a:ext cx="756980" cy="24109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txBody>
  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atinLnBrk="1"/>
                  <a:r>
                    <a:rPr lang="ko-KR" altLang="en-US" sz="800" spc="-80" dirty="0">
                      <a:solidFill>
                        <a:schemeClr val="bg1">
                          <a:lumMod val="50000"/>
                        </a:scheme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날짜선택</a:t>
                  </a:r>
                  <a:endParaRPr lang="en-US" sz="800" spc="-80" dirty="0">
                    <a:solidFill>
                      <a:schemeClr val="bg1">
                        <a:lumMod val="50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21" name="Date Picker Icon" descr="&lt;Tags&gt;&lt;SMARTRESIZEANCHORS&gt;None,None,None,Absolute&lt;/SMARTRESIZEANCHORS&gt;&lt;/Tags&gt;">
                  <a:extLst>
                    <a:ext uri="{FF2B5EF4-FFF2-40B4-BE49-F238E27FC236}">
                      <a16:creationId xmlns:a16="http://schemas.microsoft.com/office/drawing/2014/main" id="{D2E840A3-06A1-33B1-F07B-923DF9EEA7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1064" y="1295204"/>
                  <a:ext cx="151264" cy="154118"/>
                </a:xfrm>
                <a:custGeom>
                  <a:avLst/>
                  <a:gdLst>
                    <a:gd name="T0" fmla="*/ 115 w 450"/>
                    <a:gd name="T1" fmla="*/ 79 h 445"/>
                    <a:gd name="T2" fmla="*/ 132 w 450"/>
                    <a:gd name="T3" fmla="*/ 0 h 445"/>
                    <a:gd name="T4" fmla="*/ 318 w 450"/>
                    <a:gd name="T5" fmla="*/ 0 h 445"/>
                    <a:gd name="T6" fmla="*/ 336 w 450"/>
                    <a:gd name="T7" fmla="*/ 79 h 445"/>
                    <a:gd name="T8" fmla="*/ 318 w 450"/>
                    <a:gd name="T9" fmla="*/ 0 h 445"/>
                    <a:gd name="T10" fmla="*/ 0 w 450"/>
                    <a:gd name="T11" fmla="*/ 445 h 445"/>
                    <a:gd name="T12" fmla="*/ 450 w 450"/>
                    <a:gd name="T13" fmla="*/ 39 h 445"/>
                    <a:gd name="T14" fmla="*/ 360 w 450"/>
                    <a:gd name="T15" fmla="*/ 57 h 445"/>
                    <a:gd name="T16" fmla="*/ 432 w 450"/>
                    <a:gd name="T17" fmla="*/ 427 h 445"/>
                    <a:gd name="T18" fmla="*/ 18 w 450"/>
                    <a:gd name="T19" fmla="*/ 57 h 445"/>
                    <a:gd name="T20" fmla="*/ 88 w 450"/>
                    <a:gd name="T21" fmla="*/ 39 h 445"/>
                    <a:gd name="T22" fmla="*/ 156 w 450"/>
                    <a:gd name="T23" fmla="*/ 39 h 445"/>
                    <a:gd name="T24" fmla="*/ 295 w 450"/>
                    <a:gd name="T25" fmla="*/ 57 h 445"/>
                    <a:gd name="T26" fmla="*/ 156 w 450"/>
                    <a:gd name="T27" fmla="*/ 39 h 445"/>
                    <a:gd name="T28" fmla="*/ 45 w 450"/>
                    <a:gd name="T29" fmla="*/ 142 h 445"/>
                    <a:gd name="T30" fmla="*/ 405 w 450"/>
                    <a:gd name="T31" fmla="*/ 124 h 445"/>
                    <a:gd name="T32" fmla="*/ 169 w 450"/>
                    <a:gd name="T33" fmla="*/ 212 h 445"/>
                    <a:gd name="T34" fmla="*/ 147 w 450"/>
                    <a:gd name="T35" fmla="*/ 227 h 445"/>
                    <a:gd name="T36" fmla="*/ 122 w 450"/>
                    <a:gd name="T37" fmla="*/ 238 h 445"/>
                    <a:gd name="T38" fmla="*/ 132 w 450"/>
                    <a:gd name="T39" fmla="*/ 253 h 445"/>
                    <a:gd name="T40" fmla="*/ 153 w 450"/>
                    <a:gd name="T41" fmla="*/ 242 h 445"/>
                    <a:gd name="T42" fmla="*/ 158 w 450"/>
                    <a:gd name="T43" fmla="*/ 374 h 445"/>
                    <a:gd name="T44" fmla="*/ 176 w 450"/>
                    <a:gd name="T45" fmla="*/ 212 h 445"/>
                    <a:gd name="T46" fmla="*/ 277 w 450"/>
                    <a:gd name="T47" fmla="*/ 213 h 445"/>
                    <a:gd name="T48" fmla="*/ 236 w 450"/>
                    <a:gd name="T49" fmla="*/ 228 h 445"/>
                    <a:gd name="T50" fmla="*/ 245 w 450"/>
                    <a:gd name="T51" fmla="*/ 240 h 445"/>
                    <a:gd name="T52" fmla="*/ 264 w 450"/>
                    <a:gd name="T53" fmla="*/ 230 h 445"/>
                    <a:gd name="T54" fmla="*/ 286 w 450"/>
                    <a:gd name="T55" fmla="*/ 230 h 445"/>
                    <a:gd name="T56" fmla="*/ 302 w 450"/>
                    <a:gd name="T57" fmla="*/ 245 h 445"/>
                    <a:gd name="T58" fmla="*/ 303 w 450"/>
                    <a:gd name="T59" fmla="*/ 269 h 445"/>
                    <a:gd name="T60" fmla="*/ 288 w 450"/>
                    <a:gd name="T61" fmla="*/ 292 h 445"/>
                    <a:gd name="T62" fmla="*/ 253 w 450"/>
                    <a:gd name="T63" fmla="*/ 320 h 445"/>
                    <a:gd name="T64" fmla="*/ 233 w 450"/>
                    <a:gd name="T65" fmla="*/ 348 h 445"/>
                    <a:gd name="T66" fmla="*/ 230 w 450"/>
                    <a:gd name="T67" fmla="*/ 374 h 445"/>
                    <a:gd name="T68" fmla="*/ 328 w 450"/>
                    <a:gd name="T69" fmla="*/ 358 h 445"/>
                    <a:gd name="T70" fmla="*/ 251 w 450"/>
                    <a:gd name="T71" fmla="*/ 346 h 445"/>
                    <a:gd name="T72" fmla="*/ 268 w 450"/>
                    <a:gd name="T73" fmla="*/ 326 h 445"/>
                    <a:gd name="T74" fmla="*/ 303 w 450"/>
                    <a:gd name="T75" fmla="*/ 299 h 445"/>
                    <a:gd name="T76" fmla="*/ 320 w 450"/>
                    <a:gd name="T77" fmla="*/ 273 h 445"/>
                    <a:gd name="T78" fmla="*/ 318 w 450"/>
                    <a:gd name="T79" fmla="*/ 238 h 445"/>
                    <a:gd name="T80" fmla="*/ 295 w 450"/>
                    <a:gd name="T81" fmla="*/ 216 h 4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50" h="445">
                      <a:moveTo>
                        <a:pt x="115" y="0"/>
                      </a:moveTo>
                      <a:lnTo>
                        <a:pt x="115" y="79"/>
                      </a:lnTo>
                      <a:lnTo>
                        <a:pt x="132" y="79"/>
                      </a:lnTo>
                      <a:lnTo>
                        <a:pt x="132" y="0"/>
                      </a:lnTo>
                      <a:lnTo>
                        <a:pt x="115" y="0"/>
                      </a:lnTo>
                      <a:close/>
                      <a:moveTo>
                        <a:pt x="318" y="0"/>
                      </a:moveTo>
                      <a:lnTo>
                        <a:pt x="318" y="79"/>
                      </a:lnTo>
                      <a:lnTo>
                        <a:pt x="336" y="79"/>
                      </a:lnTo>
                      <a:lnTo>
                        <a:pt x="336" y="0"/>
                      </a:lnTo>
                      <a:lnTo>
                        <a:pt x="318" y="0"/>
                      </a:lnTo>
                      <a:close/>
                      <a:moveTo>
                        <a:pt x="0" y="39"/>
                      </a:moveTo>
                      <a:lnTo>
                        <a:pt x="0" y="445"/>
                      </a:lnTo>
                      <a:lnTo>
                        <a:pt x="450" y="445"/>
                      </a:lnTo>
                      <a:lnTo>
                        <a:pt x="450" y="39"/>
                      </a:lnTo>
                      <a:lnTo>
                        <a:pt x="360" y="39"/>
                      </a:lnTo>
                      <a:lnTo>
                        <a:pt x="360" y="57"/>
                      </a:lnTo>
                      <a:lnTo>
                        <a:pt x="432" y="57"/>
                      </a:lnTo>
                      <a:lnTo>
                        <a:pt x="432" y="427"/>
                      </a:lnTo>
                      <a:lnTo>
                        <a:pt x="18" y="427"/>
                      </a:lnTo>
                      <a:lnTo>
                        <a:pt x="18" y="57"/>
                      </a:lnTo>
                      <a:lnTo>
                        <a:pt x="88" y="57"/>
                      </a:lnTo>
                      <a:lnTo>
                        <a:pt x="88" y="39"/>
                      </a:lnTo>
                      <a:lnTo>
                        <a:pt x="0" y="39"/>
                      </a:lnTo>
                      <a:close/>
                      <a:moveTo>
                        <a:pt x="156" y="39"/>
                      </a:moveTo>
                      <a:lnTo>
                        <a:pt x="156" y="57"/>
                      </a:lnTo>
                      <a:lnTo>
                        <a:pt x="295" y="57"/>
                      </a:lnTo>
                      <a:lnTo>
                        <a:pt x="295" y="39"/>
                      </a:lnTo>
                      <a:lnTo>
                        <a:pt x="156" y="39"/>
                      </a:lnTo>
                      <a:close/>
                      <a:moveTo>
                        <a:pt x="45" y="124"/>
                      </a:moveTo>
                      <a:lnTo>
                        <a:pt x="45" y="142"/>
                      </a:lnTo>
                      <a:lnTo>
                        <a:pt x="405" y="142"/>
                      </a:lnTo>
                      <a:lnTo>
                        <a:pt x="405" y="124"/>
                      </a:lnTo>
                      <a:lnTo>
                        <a:pt x="45" y="124"/>
                      </a:lnTo>
                      <a:close/>
                      <a:moveTo>
                        <a:pt x="169" y="212"/>
                      </a:moveTo>
                      <a:cubicBezTo>
                        <a:pt x="167" y="215"/>
                        <a:pt x="163" y="217"/>
                        <a:pt x="160" y="219"/>
                      </a:cubicBezTo>
                      <a:cubicBezTo>
                        <a:pt x="156" y="222"/>
                        <a:pt x="152" y="225"/>
                        <a:pt x="147" y="227"/>
                      </a:cubicBezTo>
                      <a:cubicBezTo>
                        <a:pt x="143" y="229"/>
                        <a:pt x="139" y="231"/>
                        <a:pt x="134" y="233"/>
                      </a:cubicBezTo>
                      <a:cubicBezTo>
                        <a:pt x="130" y="235"/>
                        <a:pt x="126" y="237"/>
                        <a:pt x="122" y="238"/>
                      </a:cubicBezTo>
                      <a:lnTo>
                        <a:pt x="122" y="256"/>
                      </a:lnTo>
                      <a:cubicBezTo>
                        <a:pt x="125" y="255"/>
                        <a:pt x="129" y="254"/>
                        <a:pt x="132" y="253"/>
                      </a:cubicBezTo>
                      <a:cubicBezTo>
                        <a:pt x="136" y="251"/>
                        <a:pt x="140" y="249"/>
                        <a:pt x="143" y="247"/>
                      </a:cubicBezTo>
                      <a:cubicBezTo>
                        <a:pt x="146" y="246"/>
                        <a:pt x="150" y="244"/>
                        <a:pt x="153" y="242"/>
                      </a:cubicBezTo>
                      <a:cubicBezTo>
                        <a:pt x="155" y="240"/>
                        <a:pt x="156" y="238"/>
                        <a:pt x="158" y="237"/>
                      </a:cubicBezTo>
                      <a:lnTo>
                        <a:pt x="158" y="374"/>
                      </a:lnTo>
                      <a:lnTo>
                        <a:pt x="176" y="374"/>
                      </a:lnTo>
                      <a:lnTo>
                        <a:pt x="176" y="212"/>
                      </a:lnTo>
                      <a:lnTo>
                        <a:pt x="169" y="212"/>
                      </a:lnTo>
                      <a:close/>
                      <a:moveTo>
                        <a:pt x="277" y="213"/>
                      </a:moveTo>
                      <a:cubicBezTo>
                        <a:pt x="268" y="213"/>
                        <a:pt x="260" y="214"/>
                        <a:pt x="254" y="217"/>
                      </a:cubicBezTo>
                      <a:cubicBezTo>
                        <a:pt x="248" y="219"/>
                        <a:pt x="241" y="223"/>
                        <a:pt x="236" y="228"/>
                      </a:cubicBezTo>
                      <a:lnTo>
                        <a:pt x="236" y="247"/>
                      </a:lnTo>
                      <a:cubicBezTo>
                        <a:pt x="239" y="245"/>
                        <a:pt x="242" y="242"/>
                        <a:pt x="245" y="240"/>
                      </a:cubicBezTo>
                      <a:cubicBezTo>
                        <a:pt x="248" y="237"/>
                        <a:pt x="251" y="235"/>
                        <a:pt x="254" y="233"/>
                      </a:cubicBezTo>
                      <a:cubicBezTo>
                        <a:pt x="257" y="232"/>
                        <a:pt x="260" y="231"/>
                        <a:pt x="264" y="230"/>
                      </a:cubicBezTo>
                      <a:cubicBezTo>
                        <a:pt x="267" y="229"/>
                        <a:pt x="271" y="228"/>
                        <a:pt x="274" y="228"/>
                      </a:cubicBezTo>
                      <a:cubicBezTo>
                        <a:pt x="278" y="228"/>
                        <a:pt x="282" y="229"/>
                        <a:pt x="286" y="230"/>
                      </a:cubicBezTo>
                      <a:cubicBezTo>
                        <a:pt x="289" y="231"/>
                        <a:pt x="293" y="233"/>
                        <a:pt x="295" y="235"/>
                      </a:cubicBezTo>
                      <a:cubicBezTo>
                        <a:pt x="298" y="237"/>
                        <a:pt x="300" y="241"/>
                        <a:pt x="302" y="245"/>
                      </a:cubicBezTo>
                      <a:cubicBezTo>
                        <a:pt x="303" y="248"/>
                        <a:pt x="303" y="252"/>
                        <a:pt x="303" y="257"/>
                      </a:cubicBezTo>
                      <a:cubicBezTo>
                        <a:pt x="303" y="261"/>
                        <a:pt x="304" y="266"/>
                        <a:pt x="303" y="269"/>
                      </a:cubicBezTo>
                      <a:cubicBezTo>
                        <a:pt x="302" y="273"/>
                        <a:pt x="300" y="277"/>
                        <a:pt x="297" y="281"/>
                      </a:cubicBezTo>
                      <a:cubicBezTo>
                        <a:pt x="295" y="285"/>
                        <a:pt x="291" y="289"/>
                        <a:pt x="288" y="292"/>
                      </a:cubicBezTo>
                      <a:cubicBezTo>
                        <a:pt x="284" y="296"/>
                        <a:pt x="279" y="300"/>
                        <a:pt x="273" y="304"/>
                      </a:cubicBezTo>
                      <a:cubicBezTo>
                        <a:pt x="265" y="310"/>
                        <a:pt x="259" y="315"/>
                        <a:pt x="253" y="320"/>
                      </a:cubicBezTo>
                      <a:cubicBezTo>
                        <a:pt x="248" y="324"/>
                        <a:pt x="243" y="329"/>
                        <a:pt x="240" y="334"/>
                      </a:cubicBezTo>
                      <a:cubicBezTo>
                        <a:pt x="237" y="339"/>
                        <a:pt x="234" y="343"/>
                        <a:pt x="233" y="348"/>
                      </a:cubicBezTo>
                      <a:cubicBezTo>
                        <a:pt x="231" y="353"/>
                        <a:pt x="230" y="360"/>
                        <a:pt x="230" y="367"/>
                      </a:cubicBezTo>
                      <a:lnTo>
                        <a:pt x="230" y="374"/>
                      </a:lnTo>
                      <a:lnTo>
                        <a:pt x="328" y="374"/>
                      </a:lnTo>
                      <a:lnTo>
                        <a:pt x="328" y="358"/>
                      </a:lnTo>
                      <a:lnTo>
                        <a:pt x="250" y="358"/>
                      </a:lnTo>
                      <a:cubicBezTo>
                        <a:pt x="250" y="353"/>
                        <a:pt x="250" y="349"/>
                        <a:pt x="251" y="346"/>
                      </a:cubicBezTo>
                      <a:cubicBezTo>
                        <a:pt x="252" y="343"/>
                        <a:pt x="254" y="340"/>
                        <a:pt x="257" y="337"/>
                      </a:cubicBezTo>
                      <a:cubicBezTo>
                        <a:pt x="259" y="333"/>
                        <a:pt x="263" y="330"/>
                        <a:pt x="268" y="326"/>
                      </a:cubicBezTo>
                      <a:cubicBezTo>
                        <a:pt x="273" y="322"/>
                        <a:pt x="279" y="318"/>
                        <a:pt x="287" y="313"/>
                      </a:cubicBezTo>
                      <a:cubicBezTo>
                        <a:pt x="293" y="308"/>
                        <a:pt x="298" y="304"/>
                        <a:pt x="303" y="299"/>
                      </a:cubicBezTo>
                      <a:cubicBezTo>
                        <a:pt x="307" y="295"/>
                        <a:pt x="310" y="292"/>
                        <a:pt x="313" y="287"/>
                      </a:cubicBezTo>
                      <a:cubicBezTo>
                        <a:pt x="316" y="283"/>
                        <a:pt x="319" y="278"/>
                        <a:pt x="320" y="273"/>
                      </a:cubicBezTo>
                      <a:cubicBezTo>
                        <a:pt x="322" y="268"/>
                        <a:pt x="322" y="262"/>
                        <a:pt x="322" y="255"/>
                      </a:cubicBezTo>
                      <a:cubicBezTo>
                        <a:pt x="322" y="249"/>
                        <a:pt x="321" y="243"/>
                        <a:pt x="318" y="238"/>
                      </a:cubicBezTo>
                      <a:cubicBezTo>
                        <a:pt x="316" y="232"/>
                        <a:pt x="313" y="227"/>
                        <a:pt x="309" y="224"/>
                      </a:cubicBezTo>
                      <a:cubicBezTo>
                        <a:pt x="305" y="220"/>
                        <a:pt x="300" y="218"/>
                        <a:pt x="295" y="216"/>
                      </a:cubicBezTo>
                      <a:cubicBezTo>
                        <a:pt x="289" y="214"/>
                        <a:pt x="283" y="213"/>
                        <a:pt x="277" y="213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800" spc="-8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5348D95-864A-55B2-1F1D-E821306C0AF1}"/>
                </a:ext>
              </a:extLst>
            </p:cNvPr>
            <p:cNvSpPr/>
            <p:nvPr/>
          </p:nvSpPr>
          <p:spPr>
            <a:xfrm>
              <a:off x="743415" y="1964607"/>
              <a:ext cx="306421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등록일</a:t>
              </a:r>
            </a:p>
          </p:txBody>
        </p:sp>
        <p:sp>
          <p:nvSpPr>
            <p:cNvPr id="10" name="모서리가 둥근 직사각형 29">
              <a:extLst>
                <a:ext uri="{FF2B5EF4-FFF2-40B4-BE49-F238E27FC236}">
                  <a16:creationId xmlns:a16="http://schemas.microsoft.com/office/drawing/2014/main" id="{10BE0482-7CCB-FBA7-3498-FE59251B7F77}"/>
                </a:ext>
              </a:extLst>
            </p:cNvPr>
            <p:cNvSpPr/>
            <p:nvPr/>
          </p:nvSpPr>
          <p:spPr>
            <a:xfrm>
              <a:off x="3257392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전체</a:t>
              </a:r>
            </a:p>
          </p:txBody>
        </p:sp>
        <p:sp>
          <p:nvSpPr>
            <p:cNvPr id="11" name="모서리가 둥근 직사각형 29">
              <a:extLst>
                <a:ext uri="{FF2B5EF4-FFF2-40B4-BE49-F238E27FC236}">
                  <a16:creationId xmlns:a16="http://schemas.microsoft.com/office/drawing/2014/main" id="{D664D9BB-4E3F-1135-373D-3D93E509E4F8}"/>
                </a:ext>
              </a:extLst>
            </p:cNvPr>
            <p:cNvSpPr/>
            <p:nvPr/>
          </p:nvSpPr>
          <p:spPr>
            <a:xfrm>
              <a:off x="3670439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</a:t>
              </a:r>
            </a:p>
          </p:txBody>
        </p:sp>
        <p:sp>
          <p:nvSpPr>
            <p:cNvPr id="12" name="모서리가 둥근 직사각형 29">
              <a:extLst>
                <a:ext uri="{FF2B5EF4-FFF2-40B4-BE49-F238E27FC236}">
                  <a16:creationId xmlns:a16="http://schemas.microsoft.com/office/drawing/2014/main" id="{5AE65989-E353-0BD4-1261-C9CF3381100D}"/>
                </a:ext>
              </a:extLst>
            </p:cNvPr>
            <p:cNvSpPr/>
            <p:nvPr/>
          </p:nvSpPr>
          <p:spPr>
            <a:xfrm>
              <a:off x="4088450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</a:t>
              </a:r>
            </a:p>
          </p:txBody>
        </p:sp>
        <p:sp>
          <p:nvSpPr>
            <p:cNvPr id="13" name="모서리가 둥근 직사각형 29">
              <a:extLst>
                <a:ext uri="{FF2B5EF4-FFF2-40B4-BE49-F238E27FC236}">
                  <a16:creationId xmlns:a16="http://schemas.microsoft.com/office/drawing/2014/main" id="{9FD08D55-FDE8-4B47-4869-21CFEB6D595F}"/>
                </a:ext>
              </a:extLst>
            </p:cNvPr>
            <p:cNvSpPr/>
            <p:nvPr/>
          </p:nvSpPr>
          <p:spPr>
            <a:xfrm>
              <a:off x="4506563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14" name="모서리가 둥근 직사각형 29">
              <a:extLst>
                <a:ext uri="{FF2B5EF4-FFF2-40B4-BE49-F238E27FC236}">
                  <a16:creationId xmlns:a16="http://schemas.microsoft.com/office/drawing/2014/main" id="{AFC0BB71-6F67-25CD-2554-2EBA839F9FBD}"/>
                </a:ext>
              </a:extLst>
            </p:cNvPr>
            <p:cNvSpPr/>
            <p:nvPr/>
          </p:nvSpPr>
          <p:spPr>
            <a:xfrm>
              <a:off x="4924186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15" name="모서리가 둥근 직사각형 29">
              <a:extLst>
                <a:ext uri="{FF2B5EF4-FFF2-40B4-BE49-F238E27FC236}">
                  <a16:creationId xmlns:a16="http://schemas.microsoft.com/office/drawing/2014/main" id="{67F8322B-99AD-77C3-B8C8-E8765D473B53}"/>
                </a:ext>
              </a:extLst>
            </p:cNvPr>
            <p:cNvSpPr/>
            <p:nvPr/>
          </p:nvSpPr>
          <p:spPr>
            <a:xfrm>
              <a:off x="5341809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16" name="모서리가 둥근 직사각형 29">
              <a:extLst>
                <a:ext uri="{FF2B5EF4-FFF2-40B4-BE49-F238E27FC236}">
                  <a16:creationId xmlns:a16="http://schemas.microsoft.com/office/drawing/2014/main" id="{81724249-1770-DADA-1215-0C39CDDD49DC}"/>
                </a:ext>
              </a:extLst>
            </p:cNvPr>
            <p:cNvSpPr/>
            <p:nvPr/>
          </p:nvSpPr>
          <p:spPr>
            <a:xfrm>
              <a:off x="5759432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</a:t>
              </a:r>
            </a:p>
          </p:txBody>
        </p: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7CF2681-F4C7-E52F-E086-B0EF1B8D9D9B}"/>
              </a:ext>
            </a:extLst>
          </p:cNvPr>
          <p:cNvSpPr/>
          <p:nvPr/>
        </p:nvSpPr>
        <p:spPr>
          <a:xfrm>
            <a:off x="409662" y="2472878"/>
            <a:ext cx="729934" cy="215444"/>
          </a:xfrm>
          <a:prstGeom prst="rect">
            <a:avLst/>
          </a:prstGeom>
        </p:spPr>
        <p:txBody>
          <a:bodyPr wrap="none" lIns="0" rIns="72000">
            <a:spAutoFit/>
          </a:bodyPr>
          <a:lstStyle/>
          <a:p>
            <a:r>
              <a:rPr lang="ko-KR" altLang="en-US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 </a:t>
            </a:r>
            <a:r>
              <a:rPr lang="en-US" altLang="ko-KR" sz="8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Page 1/5</a:t>
            </a:r>
            <a:endParaRPr lang="ko-KR" altLang="en-US" sz="800" spc="-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F3E0892-8E7F-3A57-90BE-B61B5DCA66F4}"/>
              </a:ext>
            </a:extLst>
          </p:cNvPr>
          <p:cNvSpPr/>
          <p:nvPr/>
        </p:nvSpPr>
        <p:spPr>
          <a:xfrm>
            <a:off x="8507741" y="2484555"/>
            <a:ext cx="662176" cy="21874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spc="-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선택삭제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FFCD01D-C297-7030-FD91-54BAFD114FB2}"/>
              </a:ext>
            </a:extLst>
          </p:cNvPr>
          <p:cNvSpPr/>
          <p:nvPr/>
        </p:nvSpPr>
        <p:spPr>
          <a:xfrm>
            <a:off x="7110922" y="2484555"/>
            <a:ext cx="662176" cy="218749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pc="-8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등록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8100951-3175-E18A-E716-D1BC89E32979}"/>
              </a:ext>
            </a:extLst>
          </p:cNvPr>
          <p:cNvGrpSpPr/>
          <p:nvPr/>
        </p:nvGrpSpPr>
        <p:grpSpPr>
          <a:xfrm>
            <a:off x="6412627" y="2456463"/>
            <a:ext cx="639410" cy="307299"/>
            <a:chOff x="6291931" y="2941357"/>
            <a:chExt cx="639410" cy="307299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5F00F9D-381B-364B-FC7E-7E21B00761FC}"/>
                </a:ext>
              </a:extLst>
            </p:cNvPr>
            <p:cNvSpPr/>
            <p:nvPr/>
          </p:nvSpPr>
          <p:spPr>
            <a:xfrm>
              <a:off x="6291931" y="2972404"/>
              <a:ext cx="623877" cy="219600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45720" rIns="18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atinLnBrk="0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 씩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0D3B273C-537E-CC99-74F6-73C2BB1CE53D}"/>
                </a:ext>
              </a:extLst>
            </p:cNvPr>
            <p:cNvSpPr/>
            <p:nvPr/>
          </p:nvSpPr>
          <p:spPr>
            <a:xfrm>
              <a:off x="6752626" y="2941357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48BEEF0-C4D2-2B9F-3251-F81D5E7F26B3}"/>
              </a:ext>
            </a:extLst>
          </p:cNvPr>
          <p:cNvSpPr txBox="1"/>
          <p:nvPr/>
        </p:nvSpPr>
        <p:spPr>
          <a:xfrm>
            <a:off x="3166201" y="6231391"/>
            <a:ext cx="3359829" cy="2539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ko-KR" sz="8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《   〈     </a:t>
            </a:r>
            <a:r>
              <a:rPr lang="en-US" altLang="ko-KR" sz="800" b="1" u="sng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en-US" altLang="ko-KR" sz="800" u="sng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2     3     4     5     〉   》</a:t>
            </a:r>
            <a:endParaRPr lang="ko-KR" altLang="en-US" sz="800" spc="-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E58BD8-FF7D-12B4-93F9-391F8A0AEFC7}"/>
              </a:ext>
            </a:extLst>
          </p:cNvPr>
          <p:cNvSpPr txBox="1"/>
          <p:nvPr/>
        </p:nvSpPr>
        <p:spPr>
          <a:xfrm>
            <a:off x="7778837" y="887607"/>
            <a:ext cx="1713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🏚️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관리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(A)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신청자 목록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56BB778F-A691-6B32-F503-533C0CD61F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r>
              <a:rPr lang="af-ZA" altLang="ko-KR" dirty="0"/>
              <a:t>FL02-001</a:t>
            </a:r>
            <a:endParaRPr lang="en-US" altLang="ko-KR" dirty="0"/>
          </a:p>
        </p:txBody>
      </p:sp>
      <p:graphicFrame>
        <p:nvGraphicFramePr>
          <p:cNvPr id="105" name="Group 160">
            <a:extLst>
              <a:ext uri="{FF2B5EF4-FFF2-40B4-BE49-F238E27FC236}">
                <a16:creationId xmlns:a16="http://schemas.microsoft.com/office/drawing/2014/main" id="{4C4786C8-3A30-58A3-E8F3-DC11967B8A90}"/>
              </a:ext>
            </a:extLst>
          </p:cNvPr>
          <p:cNvGraphicFramePr>
            <a:graphicFrameLocks noGrp="1"/>
          </p:cNvGraphicFramePr>
          <p:nvPr/>
        </p:nvGraphicFramePr>
        <p:xfrm>
          <a:off x="9521825" y="436797"/>
          <a:ext cx="2664000" cy="4543107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</a:p>
                  </a:txBody>
                  <a:tcPr marL="83041" marR="83041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시설대관 관리</a:t>
                      </a:r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(A)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  <a:r>
                        <a:rPr lang="en-US" altLang="ko-KR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신청자 목록</a:t>
                      </a:r>
                      <a:endParaRPr lang="en-US" altLang="ko-KR" sz="8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신청자 현황 승인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대관이동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반려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취소 관리</a:t>
                      </a:r>
                      <a:endParaRPr lang="en-US" altLang="ko-KR" sz="8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공통영역 ‘관리자페이지 중복기능 통합 가이드’ 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p.4</a:t>
                      </a:r>
                    </a:p>
                  </a:txBody>
                  <a:tcPr marL="72000" marR="36000" marT="72000" marB="72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56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 영역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키워드 입력필드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셀렉트박스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),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성명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휴대폰 번호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 영역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상세 설정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⁃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닫힌상태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⁃ 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상세 설정 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옵션 검색 영역 노출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⁃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상세 설정 화면에서 상세 확인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66686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리스트 개수 설정 버튼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개수설정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10/25/50/100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개수 설정 시 실시간 반영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0651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게시판 항목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(10x5)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일괄 체크 박스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게시물 전체 선택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개별 체크 박스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게시물 개별 선택 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최신 등록순으로 상단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대관시설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대관시설 명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 날짜 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예약날짜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성명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성명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휴대폰 번호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휴대폰 번호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예약상태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설정된 예약 상태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확정상태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확정상태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등록일 해당 게시물 등록일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7566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예약상태 변경 버튼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예약상태 변경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승인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취소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반려의 경우 사유 작성 필요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[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상세페이지 참조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22481"/>
                  </a:ext>
                </a:extLst>
              </a:tr>
            </a:tbl>
          </a:graphicData>
        </a:graphic>
      </p:graphicFrame>
      <p:sp>
        <p:nvSpPr>
          <p:cNvPr id="111" name="타원 110">
            <a:extLst>
              <a:ext uri="{FF2B5EF4-FFF2-40B4-BE49-F238E27FC236}">
                <a16:creationId xmlns:a16="http://schemas.microsoft.com/office/drawing/2014/main" id="{6E306996-B8DE-6F07-220F-4D0BE6DA686A}"/>
              </a:ext>
            </a:extLst>
          </p:cNvPr>
          <p:cNvSpPr/>
          <p:nvPr/>
        </p:nvSpPr>
        <p:spPr>
          <a:xfrm>
            <a:off x="467868" y="1220390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47C7ADC-E125-0F33-522D-E8D308952392}"/>
              </a:ext>
            </a:extLst>
          </p:cNvPr>
          <p:cNvSpPr/>
          <p:nvPr/>
        </p:nvSpPr>
        <p:spPr>
          <a:xfrm>
            <a:off x="6261360" y="2326027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CB27F39-1A8A-42CC-3B31-EE9FC082C8DF}"/>
              </a:ext>
            </a:extLst>
          </p:cNvPr>
          <p:cNvGrpSpPr/>
          <p:nvPr/>
        </p:nvGrpSpPr>
        <p:grpSpPr>
          <a:xfrm>
            <a:off x="7916054" y="1542809"/>
            <a:ext cx="1160774" cy="215444"/>
            <a:chOff x="8082202" y="1482693"/>
            <a:chExt cx="1006065" cy="215444"/>
          </a:xfrm>
        </p:grpSpPr>
        <p:sp>
          <p:nvSpPr>
            <p:cNvPr id="44" name="모서리가 둥근 직사각형 29">
              <a:extLst>
                <a:ext uri="{FF2B5EF4-FFF2-40B4-BE49-F238E27FC236}">
                  <a16:creationId xmlns:a16="http://schemas.microsoft.com/office/drawing/2014/main" id="{B8D99D2B-DFF5-C453-247A-2D505EA2D2DD}"/>
                </a:ext>
              </a:extLst>
            </p:cNvPr>
            <p:cNvSpPr/>
            <p:nvPr/>
          </p:nvSpPr>
          <p:spPr>
            <a:xfrm>
              <a:off x="8580120" y="1482693"/>
              <a:ext cx="508147" cy="215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설정 ▼</a:t>
              </a:r>
            </a:p>
          </p:txBody>
        </p:sp>
        <p:sp>
          <p:nvSpPr>
            <p:cNvPr id="45" name="모서리가 둥근 직사각형 29">
              <a:extLst>
                <a:ext uri="{FF2B5EF4-FFF2-40B4-BE49-F238E27FC236}">
                  <a16:creationId xmlns:a16="http://schemas.microsoft.com/office/drawing/2014/main" id="{AE386A03-C1A4-701F-6D13-B4C1CA9B51FD}"/>
                </a:ext>
              </a:extLst>
            </p:cNvPr>
            <p:cNvSpPr/>
            <p:nvPr/>
          </p:nvSpPr>
          <p:spPr>
            <a:xfrm>
              <a:off x="8082202" y="1482693"/>
              <a:ext cx="457425" cy="215444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A678E11-9C43-9DA4-0F98-F1ACD3565423}"/>
              </a:ext>
            </a:extLst>
          </p:cNvPr>
          <p:cNvGrpSpPr/>
          <p:nvPr/>
        </p:nvGrpSpPr>
        <p:grpSpPr>
          <a:xfrm>
            <a:off x="735120" y="1214990"/>
            <a:ext cx="2735427" cy="226800"/>
            <a:chOff x="785938" y="1834438"/>
            <a:chExt cx="2735427" cy="226800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9685B37A-E6D9-4E47-DC39-A6C25B6FB31D}"/>
                </a:ext>
              </a:extLst>
            </p:cNvPr>
            <p:cNvSpPr/>
            <p:nvPr/>
          </p:nvSpPr>
          <p:spPr>
            <a:xfrm>
              <a:off x="785938" y="1845794"/>
              <a:ext cx="306421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검색어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A25B0DE-035A-F675-8C0E-117DC70A73E5}"/>
                </a:ext>
              </a:extLst>
            </p:cNvPr>
            <p:cNvSpPr/>
            <p:nvPr/>
          </p:nvSpPr>
          <p:spPr>
            <a:xfrm>
              <a:off x="1941708" y="1834438"/>
              <a:ext cx="1579657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tlCol="0" anchor="ctr"/>
            <a:lstStyle/>
            <a:p>
              <a:r>
                <a:rPr lang="ko-KR" altLang="en-US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검색어를 입력해주세요</a:t>
              </a:r>
              <a:r>
                <a:rPr lang="en-US" altLang="ko-KR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ko-KR" altLang="en-US" sz="800" spc="-8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CCF0BCD-E0D8-E4AF-62E3-F49096B37AA6}"/>
              </a:ext>
            </a:extLst>
          </p:cNvPr>
          <p:cNvGrpSpPr/>
          <p:nvPr/>
        </p:nvGrpSpPr>
        <p:grpSpPr>
          <a:xfrm>
            <a:off x="1240958" y="1169595"/>
            <a:ext cx="567933" cy="307299"/>
            <a:chOff x="1249583" y="948238"/>
            <a:chExt cx="567933" cy="307299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0746551E-5492-E33F-9F5B-D42C97FD9986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 전체  </a:t>
              </a: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7752B96E-49D1-5C39-5807-3B43B16F564D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4" name="타원 23">
            <a:extLst>
              <a:ext uri="{FF2B5EF4-FFF2-40B4-BE49-F238E27FC236}">
                <a16:creationId xmlns:a16="http://schemas.microsoft.com/office/drawing/2014/main" id="{4A696BAF-EBC9-CAA2-A50C-C1128F3A2B61}"/>
              </a:ext>
            </a:extLst>
          </p:cNvPr>
          <p:cNvSpPr/>
          <p:nvPr/>
        </p:nvSpPr>
        <p:spPr>
          <a:xfrm>
            <a:off x="8457997" y="1398917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002393-4423-9062-FE08-C871D2CD015C}"/>
              </a:ext>
            </a:extLst>
          </p:cNvPr>
          <p:cNvSpPr/>
          <p:nvPr/>
        </p:nvSpPr>
        <p:spPr>
          <a:xfrm>
            <a:off x="7808524" y="2487951"/>
            <a:ext cx="662176" cy="218749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pc="-8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엑셀 다운로드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46BF8DD9-45BA-3F7A-C96C-FFA7A6403B42}"/>
              </a:ext>
            </a:extLst>
          </p:cNvPr>
          <p:cNvSpPr/>
          <p:nvPr/>
        </p:nvSpPr>
        <p:spPr>
          <a:xfrm>
            <a:off x="197195" y="2672908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4BF1DC2-6543-7285-9DB3-06A331587CB8}"/>
              </a:ext>
            </a:extLst>
          </p:cNvPr>
          <p:cNvSpPr/>
          <p:nvPr/>
        </p:nvSpPr>
        <p:spPr>
          <a:xfrm>
            <a:off x="895965" y="3137057"/>
            <a:ext cx="8198416" cy="261025"/>
          </a:xfrm>
          <a:prstGeom prst="rect">
            <a:avLst/>
          </a:prstGeom>
          <a:noFill/>
          <a:ln>
            <a:solidFill>
              <a:srgbClr val="5664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5842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05F86-7FD0-6460-4D72-0906AF16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FF39ADC-D9E9-1A57-23EB-C171485770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신청자 목록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2C2EA8-EBD9-00B2-D7C3-2A19F00BC8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Home &gt; </a:t>
            </a:r>
            <a:r>
              <a:rPr lang="ko-KR" altLang="en-US" dirty="0"/>
              <a:t>시설대관 관리</a:t>
            </a:r>
            <a:r>
              <a:rPr lang="en-US" altLang="ko-KR" dirty="0"/>
              <a:t>(A)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신청자 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E8F56C-6E47-8D87-82F4-5BC04C35D71E}"/>
              </a:ext>
            </a:extLst>
          </p:cNvPr>
          <p:cNvSpPr txBox="1"/>
          <p:nvPr/>
        </p:nvSpPr>
        <p:spPr>
          <a:xfrm>
            <a:off x="390956" y="874712"/>
            <a:ext cx="166834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20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신청자 목록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F7042B-6372-D8BF-B45B-D7A3DA85B68D}"/>
              </a:ext>
            </a:extLst>
          </p:cNvPr>
          <p:cNvSpPr/>
          <p:nvPr/>
        </p:nvSpPr>
        <p:spPr>
          <a:xfrm>
            <a:off x="369433" y="1105631"/>
            <a:ext cx="8789310" cy="126897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12029ED-5D55-2E12-6ABD-8D23A1C215F7}"/>
              </a:ext>
            </a:extLst>
          </p:cNvPr>
          <p:cNvGrpSpPr/>
          <p:nvPr/>
        </p:nvGrpSpPr>
        <p:grpSpPr>
          <a:xfrm>
            <a:off x="735120" y="1509939"/>
            <a:ext cx="5394054" cy="251319"/>
            <a:chOff x="743415" y="1951759"/>
            <a:chExt cx="5394054" cy="251319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FDF87ED4-73E4-9442-6EF9-6B41573C4B2E}"/>
                </a:ext>
              </a:extLst>
            </p:cNvPr>
            <p:cNvGrpSpPr/>
            <p:nvPr/>
          </p:nvGrpSpPr>
          <p:grpSpPr>
            <a:xfrm>
              <a:off x="1249253" y="1951759"/>
              <a:ext cx="1966912" cy="248314"/>
              <a:chOff x="2402603" y="3523946"/>
              <a:chExt cx="1966912" cy="248314"/>
            </a:xfrm>
          </p:grpSpPr>
          <p:grpSp>
            <p:nvGrpSpPr>
              <p:cNvPr id="17" name="Date Field" descr="&lt;SmartSettings&gt;&lt;SmartResize enabled=&quot;True&quot; minWidth=&quot;20&quot; minHeight=&quot;13&quot; /&gt;&lt;/SmartSettings&gt;">
                <a:extLst>
                  <a:ext uri="{FF2B5EF4-FFF2-40B4-BE49-F238E27FC236}">
                    <a16:creationId xmlns:a16="http://schemas.microsoft.com/office/drawing/2014/main" id="{748074C5-001B-2D7F-7308-65626088190A}"/>
                  </a:ext>
                </a:extLst>
              </p:cNvPr>
              <p:cNvGrpSpPr/>
              <p:nvPr>
                <p:custDataLst>
                  <p:tags r:id="rId1"/>
                </p:custDataLst>
              </p:nvPr>
            </p:nvGrpSpPr>
            <p:grpSpPr>
              <a:xfrm>
                <a:off x="2402603" y="3523946"/>
                <a:ext cx="890673" cy="241092"/>
                <a:chOff x="928689" y="1251717"/>
                <a:chExt cx="756980" cy="241092"/>
              </a:xfrm>
            </p:grpSpPr>
            <p:sp>
              <p:nvSpPr>
                <p:cNvPr id="22" name="Text Box">
                  <a:extLst>
                    <a:ext uri="{FF2B5EF4-FFF2-40B4-BE49-F238E27FC236}">
                      <a16:creationId xmlns:a16="http://schemas.microsoft.com/office/drawing/2014/main" id="{F7315887-2B92-12A3-619D-E80794F67A65}"/>
                    </a:ext>
                  </a:extLst>
                </p:cNvPr>
                <p:cNvSpPr/>
                <p:nvPr/>
              </p:nvSpPr>
              <p:spPr>
                <a:xfrm>
                  <a:off x="928689" y="1251717"/>
                  <a:ext cx="756980" cy="24109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txBody>
  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atinLnBrk="1"/>
                  <a:r>
                    <a:rPr lang="ko-KR" altLang="en-US" sz="800" spc="-80" dirty="0">
                      <a:solidFill>
                        <a:srgbClr val="7F7F7F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날짜선택</a:t>
                  </a:r>
                  <a:endParaRPr lang="en-US" sz="800" spc="-80" dirty="0">
                    <a:solidFill>
                      <a:srgbClr val="7F7F7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23" name="Date Picker Icon" descr="&lt;Tags&gt;&lt;SMARTRESIZEANCHORS&gt;None,None,None,Absolute&lt;/SMARTRESIZEANCHORS&gt;&lt;/Tags&gt;">
                  <a:extLst>
                    <a:ext uri="{FF2B5EF4-FFF2-40B4-BE49-F238E27FC236}">
                      <a16:creationId xmlns:a16="http://schemas.microsoft.com/office/drawing/2014/main" id="{8AD3D701-AA81-86DF-B231-48CB15B4A6D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1064" y="1295204"/>
                  <a:ext cx="151264" cy="154118"/>
                </a:xfrm>
                <a:custGeom>
                  <a:avLst/>
                  <a:gdLst>
                    <a:gd name="T0" fmla="*/ 115 w 450"/>
                    <a:gd name="T1" fmla="*/ 79 h 445"/>
                    <a:gd name="T2" fmla="*/ 132 w 450"/>
                    <a:gd name="T3" fmla="*/ 0 h 445"/>
                    <a:gd name="T4" fmla="*/ 318 w 450"/>
                    <a:gd name="T5" fmla="*/ 0 h 445"/>
                    <a:gd name="T6" fmla="*/ 336 w 450"/>
                    <a:gd name="T7" fmla="*/ 79 h 445"/>
                    <a:gd name="T8" fmla="*/ 318 w 450"/>
                    <a:gd name="T9" fmla="*/ 0 h 445"/>
                    <a:gd name="T10" fmla="*/ 0 w 450"/>
                    <a:gd name="T11" fmla="*/ 445 h 445"/>
                    <a:gd name="T12" fmla="*/ 450 w 450"/>
                    <a:gd name="T13" fmla="*/ 39 h 445"/>
                    <a:gd name="T14" fmla="*/ 360 w 450"/>
                    <a:gd name="T15" fmla="*/ 57 h 445"/>
                    <a:gd name="T16" fmla="*/ 432 w 450"/>
                    <a:gd name="T17" fmla="*/ 427 h 445"/>
                    <a:gd name="T18" fmla="*/ 18 w 450"/>
                    <a:gd name="T19" fmla="*/ 57 h 445"/>
                    <a:gd name="T20" fmla="*/ 88 w 450"/>
                    <a:gd name="T21" fmla="*/ 39 h 445"/>
                    <a:gd name="T22" fmla="*/ 156 w 450"/>
                    <a:gd name="T23" fmla="*/ 39 h 445"/>
                    <a:gd name="T24" fmla="*/ 295 w 450"/>
                    <a:gd name="T25" fmla="*/ 57 h 445"/>
                    <a:gd name="T26" fmla="*/ 156 w 450"/>
                    <a:gd name="T27" fmla="*/ 39 h 445"/>
                    <a:gd name="T28" fmla="*/ 45 w 450"/>
                    <a:gd name="T29" fmla="*/ 142 h 445"/>
                    <a:gd name="T30" fmla="*/ 405 w 450"/>
                    <a:gd name="T31" fmla="*/ 124 h 445"/>
                    <a:gd name="T32" fmla="*/ 169 w 450"/>
                    <a:gd name="T33" fmla="*/ 212 h 445"/>
                    <a:gd name="T34" fmla="*/ 147 w 450"/>
                    <a:gd name="T35" fmla="*/ 227 h 445"/>
                    <a:gd name="T36" fmla="*/ 122 w 450"/>
                    <a:gd name="T37" fmla="*/ 238 h 445"/>
                    <a:gd name="T38" fmla="*/ 132 w 450"/>
                    <a:gd name="T39" fmla="*/ 253 h 445"/>
                    <a:gd name="T40" fmla="*/ 153 w 450"/>
                    <a:gd name="T41" fmla="*/ 242 h 445"/>
                    <a:gd name="T42" fmla="*/ 158 w 450"/>
                    <a:gd name="T43" fmla="*/ 374 h 445"/>
                    <a:gd name="T44" fmla="*/ 176 w 450"/>
                    <a:gd name="T45" fmla="*/ 212 h 445"/>
                    <a:gd name="T46" fmla="*/ 277 w 450"/>
                    <a:gd name="T47" fmla="*/ 213 h 445"/>
                    <a:gd name="T48" fmla="*/ 236 w 450"/>
                    <a:gd name="T49" fmla="*/ 228 h 445"/>
                    <a:gd name="T50" fmla="*/ 245 w 450"/>
                    <a:gd name="T51" fmla="*/ 240 h 445"/>
                    <a:gd name="T52" fmla="*/ 264 w 450"/>
                    <a:gd name="T53" fmla="*/ 230 h 445"/>
                    <a:gd name="T54" fmla="*/ 286 w 450"/>
                    <a:gd name="T55" fmla="*/ 230 h 445"/>
                    <a:gd name="T56" fmla="*/ 302 w 450"/>
                    <a:gd name="T57" fmla="*/ 245 h 445"/>
                    <a:gd name="T58" fmla="*/ 303 w 450"/>
                    <a:gd name="T59" fmla="*/ 269 h 445"/>
                    <a:gd name="T60" fmla="*/ 288 w 450"/>
                    <a:gd name="T61" fmla="*/ 292 h 445"/>
                    <a:gd name="T62" fmla="*/ 253 w 450"/>
                    <a:gd name="T63" fmla="*/ 320 h 445"/>
                    <a:gd name="T64" fmla="*/ 233 w 450"/>
                    <a:gd name="T65" fmla="*/ 348 h 445"/>
                    <a:gd name="T66" fmla="*/ 230 w 450"/>
                    <a:gd name="T67" fmla="*/ 374 h 445"/>
                    <a:gd name="T68" fmla="*/ 328 w 450"/>
                    <a:gd name="T69" fmla="*/ 358 h 445"/>
                    <a:gd name="T70" fmla="*/ 251 w 450"/>
                    <a:gd name="T71" fmla="*/ 346 h 445"/>
                    <a:gd name="T72" fmla="*/ 268 w 450"/>
                    <a:gd name="T73" fmla="*/ 326 h 445"/>
                    <a:gd name="T74" fmla="*/ 303 w 450"/>
                    <a:gd name="T75" fmla="*/ 299 h 445"/>
                    <a:gd name="T76" fmla="*/ 320 w 450"/>
                    <a:gd name="T77" fmla="*/ 273 h 445"/>
                    <a:gd name="T78" fmla="*/ 318 w 450"/>
                    <a:gd name="T79" fmla="*/ 238 h 445"/>
                    <a:gd name="T80" fmla="*/ 295 w 450"/>
                    <a:gd name="T81" fmla="*/ 216 h 4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50" h="445">
                      <a:moveTo>
                        <a:pt x="115" y="0"/>
                      </a:moveTo>
                      <a:lnTo>
                        <a:pt x="115" y="79"/>
                      </a:lnTo>
                      <a:lnTo>
                        <a:pt x="132" y="79"/>
                      </a:lnTo>
                      <a:lnTo>
                        <a:pt x="132" y="0"/>
                      </a:lnTo>
                      <a:lnTo>
                        <a:pt x="115" y="0"/>
                      </a:lnTo>
                      <a:close/>
                      <a:moveTo>
                        <a:pt x="318" y="0"/>
                      </a:moveTo>
                      <a:lnTo>
                        <a:pt x="318" y="79"/>
                      </a:lnTo>
                      <a:lnTo>
                        <a:pt x="336" y="79"/>
                      </a:lnTo>
                      <a:lnTo>
                        <a:pt x="336" y="0"/>
                      </a:lnTo>
                      <a:lnTo>
                        <a:pt x="318" y="0"/>
                      </a:lnTo>
                      <a:close/>
                      <a:moveTo>
                        <a:pt x="0" y="39"/>
                      </a:moveTo>
                      <a:lnTo>
                        <a:pt x="0" y="445"/>
                      </a:lnTo>
                      <a:lnTo>
                        <a:pt x="450" y="445"/>
                      </a:lnTo>
                      <a:lnTo>
                        <a:pt x="450" y="39"/>
                      </a:lnTo>
                      <a:lnTo>
                        <a:pt x="360" y="39"/>
                      </a:lnTo>
                      <a:lnTo>
                        <a:pt x="360" y="57"/>
                      </a:lnTo>
                      <a:lnTo>
                        <a:pt x="432" y="57"/>
                      </a:lnTo>
                      <a:lnTo>
                        <a:pt x="432" y="427"/>
                      </a:lnTo>
                      <a:lnTo>
                        <a:pt x="18" y="427"/>
                      </a:lnTo>
                      <a:lnTo>
                        <a:pt x="18" y="57"/>
                      </a:lnTo>
                      <a:lnTo>
                        <a:pt x="88" y="57"/>
                      </a:lnTo>
                      <a:lnTo>
                        <a:pt x="88" y="39"/>
                      </a:lnTo>
                      <a:lnTo>
                        <a:pt x="0" y="39"/>
                      </a:lnTo>
                      <a:close/>
                      <a:moveTo>
                        <a:pt x="156" y="39"/>
                      </a:moveTo>
                      <a:lnTo>
                        <a:pt x="156" y="57"/>
                      </a:lnTo>
                      <a:lnTo>
                        <a:pt x="295" y="57"/>
                      </a:lnTo>
                      <a:lnTo>
                        <a:pt x="295" y="39"/>
                      </a:lnTo>
                      <a:lnTo>
                        <a:pt x="156" y="39"/>
                      </a:lnTo>
                      <a:close/>
                      <a:moveTo>
                        <a:pt x="45" y="124"/>
                      </a:moveTo>
                      <a:lnTo>
                        <a:pt x="45" y="142"/>
                      </a:lnTo>
                      <a:lnTo>
                        <a:pt x="405" y="142"/>
                      </a:lnTo>
                      <a:lnTo>
                        <a:pt x="405" y="124"/>
                      </a:lnTo>
                      <a:lnTo>
                        <a:pt x="45" y="124"/>
                      </a:lnTo>
                      <a:close/>
                      <a:moveTo>
                        <a:pt x="169" y="212"/>
                      </a:moveTo>
                      <a:cubicBezTo>
                        <a:pt x="167" y="215"/>
                        <a:pt x="163" y="217"/>
                        <a:pt x="160" y="219"/>
                      </a:cubicBezTo>
                      <a:cubicBezTo>
                        <a:pt x="156" y="222"/>
                        <a:pt x="152" y="225"/>
                        <a:pt x="147" y="227"/>
                      </a:cubicBezTo>
                      <a:cubicBezTo>
                        <a:pt x="143" y="229"/>
                        <a:pt x="139" y="231"/>
                        <a:pt x="134" y="233"/>
                      </a:cubicBezTo>
                      <a:cubicBezTo>
                        <a:pt x="130" y="235"/>
                        <a:pt x="126" y="237"/>
                        <a:pt x="122" y="238"/>
                      </a:cubicBezTo>
                      <a:lnTo>
                        <a:pt x="122" y="256"/>
                      </a:lnTo>
                      <a:cubicBezTo>
                        <a:pt x="125" y="255"/>
                        <a:pt x="129" y="254"/>
                        <a:pt x="132" y="253"/>
                      </a:cubicBezTo>
                      <a:cubicBezTo>
                        <a:pt x="136" y="251"/>
                        <a:pt x="140" y="249"/>
                        <a:pt x="143" y="247"/>
                      </a:cubicBezTo>
                      <a:cubicBezTo>
                        <a:pt x="146" y="246"/>
                        <a:pt x="150" y="244"/>
                        <a:pt x="153" y="242"/>
                      </a:cubicBezTo>
                      <a:cubicBezTo>
                        <a:pt x="155" y="240"/>
                        <a:pt x="156" y="238"/>
                        <a:pt x="158" y="237"/>
                      </a:cubicBezTo>
                      <a:lnTo>
                        <a:pt x="158" y="374"/>
                      </a:lnTo>
                      <a:lnTo>
                        <a:pt x="176" y="374"/>
                      </a:lnTo>
                      <a:lnTo>
                        <a:pt x="176" y="212"/>
                      </a:lnTo>
                      <a:lnTo>
                        <a:pt x="169" y="212"/>
                      </a:lnTo>
                      <a:close/>
                      <a:moveTo>
                        <a:pt x="277" y="213"/>
                      </a:moveTo>
                      <a:cubicBezTo>
                        <a:pt x="268" y="213"/>
                        <a:pt x="260" y="214"/>
                        <a:pt x="254" y="217"/>
                      </a:cubicBezTo>
                      <a:cubicBezTo>
                        <a:pt x="248" y="219"/>
                        <a:pt x="241" y="223"/>
                        <a:pt x="236" y="228"/>
                      </a:cubicBezTo>
                      <a:lnTo>
                        <a:pt x="236" y="247"/>
                      </a:lnTo>
                      <a:cubicBezTo>
                        <a:pt x="239" y="245"/>
                        <a:pt x="242" y="242"/>
                        <a:pt x="245" y="240"/>
                      </a:cubicBezTo>
                      <a:cubicBezTo>
                        <a:pt x="248" y="237"/>
                        <a:pt x="251" y="235"/>
                        <a:pt x="254" y="233"/>
                      </a:cubicBezTo>
                      <a:cubicBezTo>
                        <a:pt x="257" y="232"/>
                        <a:pt x="260" y="231"/>
                        <a:pt x="264" y="230"/>
                      </a:cubicBezTo>
                      <a:cubicBezTo>
                        <a:pt x="267" y="229"/>
                        <a:pt x="271" y="228"/>
                        <a:pt x="274" y="228"/>
                      </a:cubicBezTo>
                      <a:cubicBezTo>
                        <a:pt x="278" y="228"/>
                        <a:pt x="282" y="229"/>
                        <a:pt x="286" y="230"/>
                      </a:cubicBezTo>
                      <a:cubicBezTo>
                        <a:pt x="289" y="231"/>
                        <a:pt x="293" y="233"/>
                        <a:pt x="295" y="235"/>
                      </a:cubicBezTo>
                      <a:cubicBezTo>
                        <a:pt x="298" y="237"/>
                        <a:pt x="300" y="241"/>
                        <a:pt x="302" y="245"/>
                      </a:cubicBezTo>
                      <a:cubicBezTo>
                        <a:pt x="303" y="248"/>
                        <a:pt x="303" y="252"/>
                        <a:pt x="303" y="257"/>
                      </a:cubicBezTo>
                      <a:cubicBezTo>
                        <a:pt x="303" y="261"/>
                        <a:pt x="304" y="266"/>
                        <a:pt x="303" y="269"/>
                      </a:cubicBezTo>
                      <a:cubicBezTo>
                        <a:pt x="302" y="273"/>
                        <a:pt x="300" y="277"/>
                        <a:pt x="297" y="281"/>
                      </a:cubicBezTo>
                      <a:cubicBezTo>
                        <a:pt x="295" y="285"/>
                        <a:pt x="291" y="289"/>
                        <a:pt x="288" y="292"/>
                      </a:cubicBezTo>
                      <a:cubicBezTo>
                        <a:pt x="284" y="296"/>
                        <a:pt x="279" y="300"/>
                        <a:pt x="273" y="304"/>
                      </a:cubicBezTo>
                      <a:cubicBezTo>
                        <a:pt x="265" y="310"/>
                        <a:pt x="259" y="315"/>
                        <a:pt x="253" y="320"/>
                      </a:cubicBezTo>
                      <a:cubicBezTo>
                        <a:pt x="248" y="324"/>
                        <a:pt x="243" y="329"/>
                        <a:pt x="240" y="334"/>
                      </a:cubicBezTo>
                      <a:cubicBezTo>
                        <a:pt x="237" y="339"/>
                        <a:pt x="234" y="343"/>
                        <a:pt x="233" y="348"/>
                      </a:cubicBezTo>
                      <a:cubicBezTo>
                        <a:pt x="231" y="353"/>
                        <a:pt x="230" y="360"/>
                        <a:pt x="230" y="367"/>
                      </a:cubicBezTo>
                      <a:lnTo>
                        <a:pt x="230" y="374"/>
                      </a:lnTo>
                      <a:lnTo>
                        <a:pt x="328" y="374"/>
                      </a:lnTo>
                      <a:lnTo>
                        <a:pt x="328" y="358"/>
                      </a:lnTo>
                      <a:lnTo>
                        <a:pt x="250" y="358"/>
                      </a:lnTo>
                      <a:cubicBezTo>
                        <a:pt x="250" y="353"/>
                        <a:pt x="250" y="349"/>
                        <a:pt x="251" y="346"/>
                      </a:cubicBezTo>
                      <a:cubicBezTo>
                        <a:pt x="252" y="343"/>
                        <a:pt x="254" y="340"/>
                        <a:pt x="257" y="337"/>
                      </a:cubicBezTo>
                      <a:cubicBezTo>
                        <a:pt x="259" y="333"/>
                        <a:pt x="263" y="330"/>
                        <a:pt x="268" y="326"/>
                      </a:cubicBezTo>
                      <a:cubicBezTo>
                        <a:pt x="273" y="322"/>
                        <a:pt x="279" y="318"/>
                        <a:pt x="287" y="313"/>
                      </a:cubicBezTo>
                      <a:cubicBezTo>
                        <a:pt x="293" y="308"/>
                        <a:pt x="298" y="304"/>
                        <a:pt x="303" y="299"/>
                      </a:cubicBezTo>
                      <a:cubicBezTo>
                        <a:pt x="307" y="295"/>
                        <a:pt x="310" y="292"/>
                        <a:pt x="313" y="287"/>
                      </a:cubicBezTo>
                      <a:cubicBezTo>
                        <a:pt x="316" y="283"/>
                        <a:pt x="319" y="278"/>
                        <a:pt x="320" y="273"/>
                      </a:cubicBezTo>
                      <a:cubicBezTo>
                        <a:pt x="322" y="268"/>
                        <a:pt x="322" y="262"/>
                        <a:pt x="322" y="255"/>
                      </a:cubicBezTo>
                      <a:cubicBezTo>
                        <a:pt x="322" y="249"/>
                        <a:pt x="321" y="243"/>
                        <a:pt x="318" y="238"/>
                      </a:cubicBezTo>
                      <a:cubicBezTo>
                        <a:pt x="316" y="232"/>
                        <a:pt x="313" y="227"/>
                        <a:pt x="309" y="224"/>
                      </a:cubicBezTo>
                      <a:cubicBezTo>
                        <a:pt x="305" y="220"/>
                        <a:pt x="300" y="218"/>
                        <a:pt x="295" y="216"/>
                      </a:cubicBezTo>
                      <a:cubicBezTo>
                        <a:pt x="289" y="214"/>
                        <a:pt x="283" y="213"/>
                        <a:pt x="277" y="213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800" spc="-8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p:grp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94716469-D389-792B-48E2-AF80C25CECBB}"/>
                  </a:ext>
                </a:extLst>
              </p:cNvPr>
              <p:cNvSpPr/>
              <p:nvPr/>
            </p:nvSpPr>
            <p:spPr>
              <a:xfrm>
                <a:off x="3298842" y="3575243"/>
                <a:ext cx="180000" cy="12311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ko-KR" sz="800" spc="-8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~</a:t>
                </a:r>
                <a:endPara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grpSp>
            <p:nvGrpSpPr>
              <p:cNvPr id="19" name="Date Field" descr="&lt;SmartSettings&gt;&lt;SmartResize enabled=&quot;True&quot; minWidth=&quot;20&quot; minHeight=&quot;13&quot; /&gt;&lt;/SmartSettings&gt;">
                <a:extLst>
                  <a:ext uri="{FF2B5EF4-FFF2-40B4-BE49-F238E27FC236}">
                    <a16:creationId xmlns:a16="http://schemas.microsoft.com/office/drawing/2014/main" id="{42A4550E-106F-F9DB-9539-89BCB523816D}"/>
                  </a:ext>
                </a:extLst>
              </p:cNvPr>
              <p:cNvGrpSpPr/>
              <p:nvPr>
                <p:custDataLst>
                  <p:tags r:id="rId2"/>
                </p:custDataLst>
              </p:nvPr>
            </p:nvGrpSpPr>
            <p:grpSpPr>
              <a:xfrm>
                <a:off x="3478842" y="3531168"/>
                <a:ext cx="890673" cy="241092"/>
                <a:chOff x="930717" y="1258939"/>
                <a:chExt cx="756980" cy="241092"/>
              </a:xfrm>
            </p:grpSpPr>
            <p:sp>
              <p:nvSpPr>
                <p:cNvPr id="20" name="Text Box">
                  <a:extLst>
                    <a:ext uri="{FF2B5EF4-FFF2-40B4-BE49-F238E27FC236}">
                      <a16:creationId xmlns:a16="http://schemas.microsoft.com/office/drawing/2014/main" id="{C40DF860-9C88-2F23-1CBD-1DC56CAC3242}"/>
                    </a:ext>
                  </a:extLst>
                </p:cNvPr>
                <p:cNvSpPr/>
                <p:nvPr/>
              </p:nvSpPr>
              <p:spPr>
                <a:xfrm>
                  <a:off x="930717" y="1258939"/>
                  <a:ext cx="756980" cy="24109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txBody>
    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atinLnBrk="1"/>
                  <a:r>
                    <a:rPr lang="ko-KR" altLang="en-US" sz="800" spc="-80" dirty="0">
                      <a:solidFill>
                        <a:schemeClr val="bg1">
                          <a:lumMod val="50000"/>
                        </a:scheme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날짜선택</a:t>
                  </a:r>
                  <a:endParaRPr lang="en-US" sz="800" spc="-80" dirty="0">
                    <a:solidFill>
                      <a:schemeClr val="bg1">
                        <a:lumMod val="50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  <p:sp>
              <p:nvSpPr>
                <p:cNvPr id="21" name="Date Picker Icon" descr="&lt;Tags&gt;&lt;SMARTRESIZEANCHORS&gt;None,None,None,Absolute&lt;/SMARTRESIZEANCHORS&gt;&lt;/Tags&gt;">
                  <a:extLst>
                    <a:ext uri="{FF2B5EF4-FFF2-40B4-BE49-F238E27FC236}">
                      <a16:creationId xmlns:a16="http://schemas.microsoft.com/office/drawing/2014/main" id="{7F09D6F4-3CEC-686F-558E-A0E81313825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81064" y="1295204"/>
                  <a:ext cx="151264" cy="154118"/>
                </a:xfrm>
                <a:custGeom>
                  <a:avLst/>
                  <a:gdLst>
                    <a:gd name="T0" fmla="*/ 115 w 450"/>
                    <a:gd name="T1" fmla="*/ 79 h 445"/>
                    <a:gd name="T2" fmla="*/ 132 w 450"/>
                    <a:gd name="T3" fmla="*/ 0 h 445"/>
                    <a:gd name="T4" fmla="*/ 318 w 450"/>
                    <a:gd name="T5" fmla="*/ 0 h 445"/>
                    <a:gd name="T6" fmla="*/ 336 w 450"/>
                    <a:gd name="T7" fmla="*/ 79 h 445"/>
                    <a:gd name="T8" fmla="*/ 318 w 450"/>
                    <a:gd name="T9" fmla="*/ 0 h 445"/>
                    <a:gd name="T10" fmla="*/ 0 w 450"/>
                    <a:gd name="T11" fmla="*/ 445 h 445"/>
                    <a:gd name="T12" fmla="*/ 450 w 450"/>
                    <a:gd name="T13" fmla="*/ 39 h 445"/>
                    <a:gd name="T14" fmla="*/ 360 w 450"/>
                    <a:gd name="T15" fmla="*/ 57 h 445"/>
                    <a:gd name="T16" fmla="*/ 432 w 450"/>
                    <a:gd name="T17" fmla="*/ 427 h 445"/>
                    <a:gd name="T18" fmla="*/ 18 w 450"/>
                    <a:gd name="T19" fmla="*/ 57 h 445"/>
                    <a:gd name="T20" fmla="*/ 88 w 450"/>
                    <a:gd name="T21" fmla="*/ 39 h 445"/>
                    <a:gd name="T22" fmla="*/ 156 w 450"/>
                    <a:gd name="T23" fmla="*/ 39 h 445"/>
                    <a:gd name="T24" fmla="*/ 295 w 450"/>
                    <a:gd name="T25" fmla="*/ 57 h 445"/>
                    <a:gd name="T26" fmla="*/ 156 w 450"/>
                    <a:gd name="T27" fmla="*/ 39 h 445"/>
                    <a:gd name="T28" fmla="*/ 45 w 450"/>
                    <a:gd name="T29" fmla="*/ 142 h 445"/>
                    <a:gd name="T30" fmla="*/ 405 w 450"/>
                    <a:gd name="T31" fmla="*/ 124 h 445"/>
                    <a:gd name="T32" fmla="*/ 169 w 450"/>
                    <a:gd name="T33" fmla="*/ 212 h 445"/>
                    <a:gd name="T34" fmla="*/ 147 w 450"/>
                    <a:gd name="T35" fmla="*/ 227 h 445"/>
                    <a:gd name="T36" fmla="*/ 122 w 450"/>
                    <a:gd name="T37" fmla="*/ 238 h 445"/>
                    <a:gd name="T38" fmla="*/ 132 w 450"/>
                    <a:gd name="T39" fmla="*/ 253 h 445"/>
                    <a:gd name="T40" fmla="*/ 153 w 450"/>
                    <a:gd name="T41" fmla="*/ 242 h 445"/>
                    <a:gd name="T42" fmla="*/ 158 w 450"/>
                    <a:gd name="T43" fmla="*/ 374 h 445"/>
                    <a:gd name="T44" fmla="*/ 176 w 450"/>
                    <a:gd name="T45" fmla="*/ 212 h 445"/>
                    <a:gd name="T46" fmla="*/ 277 w 450"/>
                    <a:gd name="T47" fmla="*/ 213 h 445"/>
                    <a:gd name="T48" fmla="*/ 236 w 450"/>
                    <a:gd name="T49" fmla="*/ 228 h 445"/>
                    <a:gd name="T50" fmla="*/ 245 w 450"/>
                    <a:gd name="T51" fmla="*/ 240 h 445"/>
                    <a:gd name="T52" fmla="*/ 264 w 450"/>
                    <a:gd name="T53" fmla="*/ 230 h 445"/>
                    <a:gd name="T54" fmla="*/ 286 w 450"/>
                    <a:gd name="T55" fmla="*/ 230 h 445"/>
                    <a:gd name="T56" fmla="*/ 302 w 450"/>
                    <a:gd name="T57" fmla="*/ 245 h 445"/>
                    <a:gd name="T58" fmla="*/ 303 w 450"/>
                    <a:gd name="T59" fmla="*/ 269 h 445"/>
                    <a:gd name="T60" fmla="*/ 288 w 450"/>
                    <a:gd name="T61" fmla="*/ 292 h 445"/>
                    <a:gd name="T62" fmla="*/ 253 w 450"/>
                    <a:gd name="T63" fmla="*/ 320 h 445"/>
                    <a:gd name="T64" fmla="*/ 233 w 450"/>
                    <a:gd name="T65" fmla="*/ 348 h 445"/>
                    <a:gd name="T66" fmla="*/ 230 w 450"/>
                    <a:gd name="T67" fmla="*/ 374 h 445"/>
                    <a:gd name="T68" fmla="*/ 328 w 450"/>
                    <a:gd name="T69" fmla="*/ 358 h 445"/>
                    <a:gd name="T70" fmla="*/ 251 w 450"/>
                    <a:gd name="T71" fmla="*/ 346 h 445"/>
                    <a:gd name="T72" fmla="*/ 268 w 450"/>
                    <a:gd name="T73" fmla="*/ 326 h 445"/>
                    <a:gd name="T74" fmla="*/ 303 w 450"/>
                    <a:gd name="T75" fmla="*/ 299 h 445"/>
                    <a:gd name="T76" fmla="*/ 320 w 450"/>
                    <a:gd name="T77" fmla="*/ 273 h 445"/>
                    <a:gd name="T78" fmla="*/ 318 w 450"/>
                    <a:gd name="T79" fmla="*/ 238 h 445"/>
                    <a:gd name="T80" fmla="*/ 295 w 450"/>
                    <a:gd name="T81" fmla="*/ 216 h 4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450" h="445">
                      <a:moveTo>
                        <a:pt x="115" y="0"/>
                      </a:moveTo>
                      <a:lnTo>
                        <a:pt x="115" y="79"/>
                      </a:lnTo>
                      <a:lnTo>
                        <a:pt x="132" y="79"/>
                      </a:lnTo>
                      <a:lnTo>
                        <a:pt x="132" y="0"/>
                      </a:lnTo>
                      <a:lnTo>
                        <a:pt x="115" y="0"/>
                      </a:lnTo>
                      <a:close/>
                      <a:moveTo>
                        <a:pt x="318" y="0"/>
                      </a:moveTo>
                      <a:lnTo>
                        <a:pt x="318" y="79"/>
                      </a:lnTo>
                      <a:lnTo>
                        <a:pt x="336" y="79"/>
                      </a:lnTo>
                      <a:lnTo>
                        <a:pt x="336" y="0"/>
                      </a:lnTo>
                      <a:lnTo>
                        <a:pt x="318" y="0"/>
                      </a:lnTo>
                      <a:close/>
                      <a:moveTo>
                        <a:pt x="0" y="39"/>
                      </a:moveTo>
                      <a:lnTo>
                        <a:pt x="0" y="445"/>
                      </a:lnTo>
                      <a:lnTo>
                        <a:pt x="450" y="445"/>
                      </a:lnTo>
                      <a:lnTo>
                        <a:pt x="450" y="39"/>
                      </a:lnTo>
                      <a:lnTo>
                        <a:pt x="360" y="39"/>
                      </a:lnTo>
                      <a:lnTo>
                        <a:pt x="360" y="57"/>
                      </a:lnTo>
                      <a:lnTo>
                        <a:pt x="432" y="57"/>
                      </a:lnTo>
                      <a:lnTo>
                        <a:pt x="432" y="427"/>
                      </a:lnTo>
                      <a:lnTo>
                        <a:pt x="18" y="427"/>
                      </a:lnTo>
                      <a:lnTo>
                        <a:pt x="18" y="57"/>
                      </a:lnTo>
                      <a:lnTo>
                        <a:pt x="88" y="57"/>
                      </a:lnTo>
                      <a:lnTo>
                        <a:pt x="88" y="39"/>
                      </a:lnTo>
                      <a:lnTo>
                        <a:pt x="0" y="39"/>
                      </a:lnTo>
                      <a:close/>
                      <a:moveTo>
                        <a:pt x="156" y="39"/>
                      </a:moveTo>
                      <a:lnTo>
                        <a:pt x="156" y="57"/>
                      </a:lnTo>
                      <a:lnTo>
                        <a:pt x="295" y="57"/>
                      </a:lnTo>
                      <a:lnTo>
                        <a:pt x="295" y="39"/>
                      </a:lnTo>
                      <a:lnTo>
                        <a:pt x="156" y="39"/>
                      </a:lnTo>
                      <a:close/>
                      <a:moveTo>
                        <a:pt x="45" y="124"/>
                      </a:moveTo>
                      <a:lnTo>
                        <a:pt x="45" y="142"/>
                      </a:lnTo>
                      <a:lnTo>
                        <a:pt x="405" y="142"/>
                      </a:lnTo>
                      <a:lnTo>
                        <a:pt x="405" y="124"/>
                      </a:lnTo>
                      <a:lnTo>
                        <a:pt x="45" y="124"/>
                      </a:lnTo>
                      <a:close/>
                      <a:moveTo>
                        <a:pt x="169" y="212"/>
                      </a:moveTo>
                      <a:cubicBezTo>
                        <a:pt x="167" y="215"/>
                        <a:pt x="163" y="217"/>
                        <a:pt x="160" y="219"/>
                      </a:cubicBezTo>
                      <a:cubicBezTo>
                        <a:pt x="156" y="222"/>
                        <a:pt x="152" y="225"/>
                        <a:pt x="147" y="227"/>
                      </a:cubicBezTo>
                      <a:cubicBezTo>
                        <a:pt x="143" y="229"/>
                        <a:pt x="139" y="231"/>
                        <a:pt x="134" y="233"/>
                      </a:cubicBezTo>
                      <a:cubicBezTo>
                        <a:pt x="130" y="235"/>
                        <a:pt x="126" y="237"/>
                        <a:pt x="122" y="238"/>
                      </a:cubicBezTo>
                      <a:lnTo>
                        <a:pt x="122" y="256"/>
                      </a:lnTo>
                      <a:cubicBezTo>
                        <a:pt x="125" y="255"/>
                        <a:pt x="129" y="254"/>
                        <a:pt x="132" y="253"/>
                      </a:cubicBezTo>
                      <a:cubicBezTo>
                        <a:pt x="136" y="251"/>
                        <a:pt x="140" y="249"/>
                        <a:pt x="143" y="247"/>
                      </a:cubicBezTo>
                      <a:cubicBezTo>
                        <a:pt x="146" y="246"/>
                        <a:pt x="150" y="244"/>
                        <a:pt x="153" y="242"/>
                      </a:cubicBezTo>
                      <a:cubicBezTo>
                        <a:pt x="155" y="240"/>
                        <a:pt x="156" y="238"/>
                        <a:pt x="158" y="237"/>
                      </a:cubicBezTo>
                      <a:lnTo>
                        <a:pt x="158" y="374"/>
                      </a:lnTo>
                      <a:lnTo>
                        <a:pt x="176" y="374"/>
                      </a:lnTo>
                      <a:lnTo>
                        <a:pt x="176" y="212"/>
                      </a:lnTo>
                      <a:lnTo>
                        <a:pt x="169" y="212"/>
                      </a:lnTo>
                      <a:close/>
                      <a:moveTo>
                        <a:pt x="277" y="213"/>
                      </a:moveTo>
                      <a:cubicBezTo>
                        <a:pt x="268" y="213"/>
                        <a:pt x="260" y="214"/>
                        <a:pt x="254" y="217"/>
                      </a:cubicBezTo>
                      <a:cubicBezTo>
                        <a:pt x="248" y="219"/>
                        <a:pt x="241" y="223"/>
                        <a:pt x="236" y="228"/>
                      </a:cubicBezTo>
                      <a:lnTo>
                        <a:pt x="236" y="247"/>
                      </a:lnTo>
                      <a:cubicBezTo>
                        <a:pt x="239" y="245"/>
                        <a:pt x="242" y="242"/>
                        <a:pt x="245" y="240"/>
                      </a:cubicBezTo>
                      <a:cubicBezTo>
                        <a:pt x="248" y="237"/>
                        <a:pt x="251" y="235"/>
                        <a:pt x="254" y="233"/>
                      </a:cubicBezTo>
                      <a:cubicBezTo>
                        <a:pt x="257" y="232"/>
                        <a:pt x="260" y="231"/>
                        <a:pt x="264" y="230"/>
                      </a:cubicBezTo>
                      <a:cubicBezTo>
                        <a:pt x="267" y="229"/>
                        <a:pt x="271" y="228"/>
                        <a:pt x="274" y="228"/>
                      </a:cubicBezTo>
                      <a:cubicBezTo>
                        <a:pt x="278" y="228"/>
                        <a:pt x="282" y="229"/>
                        <a:pt x="286" y="230"/>
                      </a:cubicBezTo>
                      <a:cubicBezTo>
                        <a:pt x="289" y="231"/>
                        <a:pt x="293" y="233"/>
                        <a:pt x="295" y="235"/>
                      </a:cubicBezTo>
                      <a:cubicBezTo>
                        <a:pt x="298" y="237"/>
                        <a:pt x="300" y="241"/>
                        <a:pt x="302" y="245"/>
                      </a:cubicBezTo>
                      <a:cubicBezTo>
                        <a:pt x="303" y="248"/>
                        <a:pt x="303" y="252"/>
                        <a:pt x="303" y="257"/>
                      </a:cubicBezTo>
                      <a:cubicBezTo>
                        <a:pt x="303" y="261"/>
                        <a:pt x="304" y="266"/>
                        <a:pt x="303" y="269"/>
                      </a:cubicBezTo>
                      <a:cubicBezTo>
                        <a:pt x="302" y="273"/>
                        <a:pt x="300" y="277"/>
                        <a:pt x="297" y="281"/>
                      </a:cubicBezTo>
                      <a:cubicBezTo>
                        <a:pt x="295" y="285"/>
                        <a:pt x="291" y="289"/>
                        <a:pt x="288" y="292"/>
                      </a:cubicBezTo>
                      <a:cubicBezTo>
                        <a:pt x="284" y="296"/>
                        <a:pt x="279" y="300"/>
                        <a:pt x="273" y="304"/>
                      </a:cubicBezTo>
                      <a:cubicBezTo>
                        <a:pt x="265" y="310"/>
                        <a:pt x="259" y="315"/>
                        <a:pt x="253" y="320"/>
                      </a:cubicBezTo>
                      <a:cubicBezTo>
                        <a:pt x="248" y="324"/>
                        <a:pt x="243" y="329"/>
                        <a:pt x="240" y="334"/>
                      </a:cubicBezTo>
                      <a:cubicBezTo>
                        <a:pt x="237" y="339"/>
                        <a:pt x="234" y="343"/>
                        <a:pt x="233" y="348"/>
                      </a:cubicBezTo>
                      <a:cubicBezTo>
                        <a:pt x="231" y="353"/>
                        <a:pt x="230" y="360"/>
                        <a:pt x="230" y="367"/>
                      </a:cubicBezTo>
                      <a:lnTo>
                        <a:pt x="230" y="374"/>
                      </a:lnTo>
                      <a:lnTo>
                        <a:pt x="328" y="374"/>
                      </a:lnTo>
                      <a:lnTo>
                        <a:pt x="328" y="358"/>
                      </a:lnTo>
                      <a:lnTo>
                        <a:pt x="250" y="358"/>
                      </a:lnTo>
                      <a:cubicBezTo>
                        <a:pt x="250" y="353"/>
                        <a:pt x="250" y="349"/>
                        <a:pt x="251" y="346"/>
                      </a:cubicBezTo>
                      <a:cubicBezTo>
                        <a:pt x="252" y="343"/>
                        <a:pt x="254" y="340"/>
                        <a:pt x="257" y="337"/>
                      </a:cubicBezTo>
                      <a:cubicBezTo>
                        <a:pt x="259" y="333"/>
                        <a:pt x="263" y="330"/>
                        <a:pt x="268" y="326"/>
                      </a:cubicBezTo>
                      <a:cubicBezTo>
                        <a:pt x="273" y="322"/>
                        <a:pt x="279" y="318"/>
                        <a:pt x="287" y="313"/>
                      </a:cubicBezTo>
                      <a:cubicBezTo>
                        <a:pt x="293" y="308"/>
                        <a:pt x="298" y="304"/>
                        <a:pt x="303" y="299"/>
                      </a:cubicBezTo>
                      <a:cubicBezTo>
                        <a:pt x="307" y="295"/>
                        <a:pt x="310" y="292"/>
                        <a:pt x="313" y="287"/>
                      </a:cubicBezTo>
                      <a:cubicBezTo>
                        <a:pt x="316" y="283"/>
                        <a:pt x="319" y="278"/>
                        <a:pt x="320" y="273"/>
                      </a:cubicBezTo>
                      <a:cubicBezTo>
                        <a:pt x="322" y="268"/>
                        <a:pt x="322" y="262"/>
                        <a:pt x="322" y="255"/>
                      </a:cubicBezTo>
                      <a:cubicBezTo>
                        <a:pt x="322" y="249"/>
                        <a:pt x="321" y="243"/>
                        <a:pt x="318" y="238"/>
                      </a:cubicBezTo>
                      <a:cubicBezTo>
                        <a:pt x="316" y="232"/>
                        <a:pt x="313" y="227"/>
                        <a:pt x="309" y="224"/>
                      </a:cubicBezTo>
                      <a:cubicBezTo>
                        <a:pt x="305" y="220"/>
                        <a:pt x="300" y="218"/>
                        <a:pt x="295" y="216"/>
                      </a:cubicBezTo>
                      <a:cubicBezTo>
                        <a:pt x="289" y="214"/>
                        <a:pt x="283" y="213"/>
                        <a:pt x="277" y="213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800" spc="-80">
                    <a:solidFill>
                      <a:srgbClr val="5F5F5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6B21B5D-4163-56A4-29C8-5BA71A404367}"/>
                </a:ext>
              </a:extLst>
            </p:cNvPr>
            <p:cNvSpPr/>
            <p:nvPr/>
          </p:nvSpPr>
          <p:spPr>
            <a:xfrm>
              <a:off x="743415" y="1964607"/>
              <a:ext cx="337199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등록일</a:t>
              </a:r>
            </a:p>
          </p:txBody>
        </p:sp>
        <p:sp>
          <p:nvSpPr>
            <p:cNvPr id="10" name="모서리가 둥근 직사각형 29">
              <a:extLst>
                <a:ext uri="{FF2B5EF4-FFF2-40B4-BE49-F238E27FC236}">
                  <a16:creationId xmlns:a16="http://schemas.microsoft.com/office/drawing/2014/main" id="{58C135C3-3C32-986B-600E-719BF631DA4B}"/>
                </a:ext>
              </a:extLst>
            </p:cNvPr>
            <p:cNvSpPr/>
            <p:nvPr/>
          </p:nvSpPr>
          <p:spPr>
            <a:xfrm>
              <a:off x="3257392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전체</a:t>
              </a:r>
            </a:p>
          </p:txBody>
        </p:sp>
        <p:sp>
          <p:nvSpPr>
            <p:cNvPr id="11" name="모서리가 둥근 직사각형 29">
              <a:extLst>
                <a:ext uri="{FF2B5EF4-FFF2-40B4-BE49-F238E27FC236}">
                  <a16:creationId xmlns:a16="http://schemas.microsoft.com/office/drawing/2014/main" id="{C9284DDB-EBDF-F2E9-EDAD-C7FFF9A6C734}"/>
                </a:ext>
              </a:extLst>
            </p:cNvPr>
            <p:cNvSpPr/>
            <p:nvPr/>
          </p:nvSpPr>
          <p:spPr>
            <a:xfrm>
              <a:off x="3670439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</a:t>
              </a:r>
            </a:p>
          </p:txBody>
        </p:sp>
        <p:sp>
          <p:nvSpPr>
            <p:cNvPr id="12" name="모서리가 둥근 직사각형 29">
              <a:extLst>
                <a:ext uri="{FF2B5EF4-FFF2-40B4-BE49-F238E27FC236}">
                  <a16:creationId xmlns:a16="http://schemas.microsoft.com/office/drawing/2014/main" id="{1ACD2ABB-D16B-93B8-AD6D-267E5B030229}"/>
                </a:ext>
              </a:extLst>
            </p:cNvPr>
            <p:cNvSpPr/>
            <p:nvPr/>
          </p:nvSpPr>
          <p:spPr>
            <a:xfrm>
              <a:off x="4088450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</a:t>
              </a:r>
            </a:p>
          </p:txBody>
        </p:sp>
        <p:sp>
          <p:nvSpPr>
            <p:cNvPr id="13" name="모서리가 둥근 직사각형 29">
              <a:extLst>
                <a:ext uri="{FF2B5EF4-FFF2-40B4-BE49-F238E27FC236}">
                  <a16:creationId xmlns:a16="http://schemas.microsoft.com/office/drawing/2014/main" id="{6BF04D87-283E-07B2-0C9D-C2C59870814A}"/>
                </a:ext>
              </a:extLst>
            </p:cNvPr>
            <p:cNvSpPr/>
            <p:nvPr/>
          </p:nvSpPr>
          <p:spPr>
            <a:xfrm>
              <a:off x="4506563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14" name="모서리가 둥근 직사각형 29">
              <a:extLst>
                <a:ext uri="{FF2B5EF4-FFF2-40B4-BE49-F238E27FC236}">
                  <a16:creationId xmlns:a16="http://schemas.microsoft.com/office/drawing/2014/main" id="{A3D76E66-375F-1E87-3EB0-275FD7FE94F5}"/>
                </a:ext>
              </a:extLst>
            </p:cNvPr>
            <p:cNvSpPr/>
            <p:nvPr/>
          </p:nvSpPr>
          <p:spPr>
            <a:xfrm>
              <a:off x="4924186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15" name="모서리가 둥근 직사각형 29">
              <a:extLst>
                <a:ext uri="{FF2B5EF4-FFF2-40B4-BE49-F238E27FC236}">
                  <a16:creationId xmlns:a16="http://schemas.microsoft.com/office/drawing/2014/main" id="{3AA56D81-8549-2B25-F715-481E01FAE213}"/>
                </a:ext>
              </a:extLst>
            </p:cNvPr>
            <p:cNvSpPr/>
            <p:nvPr/>
          </p:nvSpPr>
          <p:spPr>
            <a:xfrm>
              <a:off x="5341809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</a:t>
              </a:r>
            </a:p>
          </p:txBody>
        </p:sp>
        <p:sp>
          <p:nvSpPr>
            <p:cNvPr id="16" name="모서리가 둥근 직사각형 29">
              <a:extLst>
                <a:ext uri="{FF2B5EF4-FFF2-40B4-BE49-F238E27FC236}">
                  <a16:creationId xmlns:a16="http://schemas.microsoft.com/office/drawing/2014/main" id="{8491665B-8391-E284-47B9-B7102B2AA3A2}"/>
                </a:ext>
              </a:extLst>
            </p:cNvPr>
            <p:cNvSpPr/>
            <p:nvPr/>
          </p:nvSpPr>
          <p:spPr>
            <a:xfrm>
              <a:off x="5759432" y="1980502"/>
              <a:ext cx="378037" cy="22257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08BB7AF-3A9B-4861-36B1-276FDAED509A}"/>
              </a:ext>
            </a:extLst>
          </p:cNvPr>
          <p:cNvSpPr txBox="1"/>
          <p:nvPr/>
        </p:nvSpPr>
        <p:spPr>
          <a:xfrm>
            <a:off x="7778837" y="887607"/>
            <a:ext cx="1713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🏚️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관리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(A)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신청자 목록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C1BF1ACD-7534-1D3C-E824-DAFA67FABF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2920" y="0"/>
            <a:ext cx="889080" cy="2160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r>
              <a:rPr lang="af-ZA" altLang="ko-KR" dirty="0"/>
              <a:t>FL02-001</a:t>
            </a:r>
            <a:endParaRPr lang="en-US" altLang="ko-KR" dirty="0"/>
          </a:p>
        </p:txBody>
      </p:sp>
      <p:graphicFrame>
        <p:nvGraphicFramePr>
          <p:cNvPr id="105" name="Group 160">
            <a:extLst>
              <a:ext uri="{FF2B5EF4-FFF2-40B4-BE49-F238E27FC236}">
                <a16:creationId xmlns:a16="http://schemas.microsoft.com/office/drawing/2014/main" id="{DC662447-0AD1-C27A-93D4-1BACDCA65002}"/>
              </a:ext>
            </a:extLst>
          </p:cNvPr>
          <p:cNvGraphicFramePr>
            <a:graphicFrameLocks noGrp="1"/>
          </p:cNvGraphicFramePr>
          <p:nvPr/>
        </p:nvGraphicFramePr>
        <p:xfrm>
          <a:off x="9521825" y="436797"/>
          <a:ext cx="2664000" cy="3997628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</a:p>
                  </a:txBody>
                  <a:tcPr marL="83041" marR="83041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시설대관 관리</a:t>
                      </a:r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(A)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  <a:r>
                        <a:rPr lang="en-US" altLang="ko-KR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신청자 목록</a:t>
                      </a:r>
                      <a:endParaRPr lang="en-US" altLang="ko-KR" sz="8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신청자 현황 승인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대관이동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반려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취소 관리</a:t>
                      </a:r>
                      <a:endParaRPr lang="en-US" altLang="ko-KR" sz="8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공통영역 ‘관리자페이지 중복기능 통합 가이드’ 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p.4</a:t>
                      </a:r>
                    </a:p>
                  </a:txBody>
                  <a:tcPr marL="72000" marR="36000" marT="72000" marB="72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56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 영역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키워드 입력필드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셀렉트박스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),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성명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휴대폰 번호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 영역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상세 설정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⁃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닫힌상태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⁃ [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상세 설정 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옵션 검색 영역 노출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⁃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상세 설정 화면에서 상세 확인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66686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리스트 개수 설정 버튼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개수설정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10/25/50/100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개수 설정 시 실시간 반영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0651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리스트 영역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 시 상세페이지 이동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7566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예약상태 영역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예약상태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심의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 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승인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관리자 승인처리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관리자 반려처리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취소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사용자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관리자 취소처리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19339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예약상태 변경 버튼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예약상태 변경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승인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취소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반려의 경우 사유 작성 필요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[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상세페이지 참조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22481"/>
                  </a:ext>
                </a:extLst>
              </a:tr>
            </a:tbl>
          </a:graphicData>
        </a:graphic>
      </p:graphicFrame>
      <p:sp>
        <p:nvSpPr>
          <p:cNvPr id="111" name="타원 110">
            <a:extLst>
              <a:ext uri="{FF2B5EF4-FFF2-40B4-BE49-F238E27FC236}">
                <a16:creationId xmlns:a16="http://schemas.microsoft.com/office/drawing/2014/main" id="{0154B108-8428-1349-B8A2-4CD87DDC8834}"/>
              </a:ext>
            </a:extLst>
          </p:cNvPr>
          <p:cNvSpPr/>
          <p:nvPr/>
        </p:nvSpPr>
        <p:spPr>
          <a:xfrm>
            <a:off x="467868" y="1220390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732C2F5-AC8E-B616-769B-88E9B713322B}"/>
              </a:ext>
            </a:extLst>
          </p:cNvPr>
          <p:cNvGrpSpPr/>
          <p:nvPr/>
        </p:nvGrpSpPr>
        <p:grpSpPr>
          <a:xfrm>
            <a:off x="7916054" y="1542809"/>
            <a:ext cx="1160774" cy="215444"/>
            <a:chOff x="8082202" y="1482693"/>
            <a:chExt cx="1006065" cy="215444"/>
          </a:xfrm>
        </p:grpSpPr>
        <p:sp>
          <p:nvSpPr>
            <p:cNvPr id="44" name="모서리가 둥근 직사각형 29">
              <a:extLst>
                <a:ext uri="{FF2B5EF4-FFF2-40B4-BE49-F238E27FC236}">
                  <a16:creationId xmlns:a16="http://schemas.microsoft.com/office/drawing/2014/main" id="{061862B5-B6E4-9CD6-AA66-255D5D5131AC}"/>
                </a:ext>
              </a:extLst>
            </p:cNvPr>
            <p:cNvSpPr/>
            <p:nvPr/>
          </p:nvSpPr>
          <p:spPr>
            <a:xfrm>
              <a:off x="8580120" y="1482693"/>
              <a:ext cx="508147" cy="215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설정 ▲</a:t>
              </a:r>
            </a:p>
          </p:txBody>
        </p:sp>
        <p:sp>
          <p:nvSpPr>
            <p:cNvPr id="45" name="모서리가 둥근 직사각형 29">
              <a:extLst>
                <a:ext uri="{FF2B5EF4-FFF2-40B4-BE49-F238E27FC236}">
                  <a16:creationId xmlns:a16="http://schemas.microsoft.com/office/drawing/2014/main" id="{80793135-55B9-78E2-04AA-4FC5798B4490}"/>
                </a:ext>
              </a:extLst>
            </p:cNvPr>
            <p:cNvSpPr/>
            <p:nvPr/>
          </p:nvSpPr>
          <p:spPr>
            <a:xfrm>
              <a:off x="8082202" y="1482693"/>
              <a:ext cx="457425" cy="215444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853A2A9B-712D-E356-FABC-764ADC360583}"/>
              </a:ext>
            </a:extLst>
          </p:cNvPr>
          <p:cNvGrpSpPr/>
          <p:nvPr/>
        </p:nvGrpSpPr>
        <p:grpSpPr>
          <a:xfrm>
            <a:off x="735120" y="1214990"/>
            <a:ext cx="2735427" cy="226800"/>
            <a:chOff x="785938" y="1834438"/>
            <a:chExt cx="2735427" cy="226800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F14159F-ACA5-DFC8-7CD5-4A5EF1F5FE21}"/>
                </a:ext>
              </a:extLst>
            </p:cNvPr>
            <p:cNvSpPr/>
            <p:nvPr/>
          </p:nvSpPr>
          <p:spPr>
            <a:xfrm>
              <a:off x="785938" y="1845794"/>
              <a:ext cx="337199" cy="215444"/>
            </a:xfrm>
            <a:prstGeom prst="rect">
              <a:avLst/>
            </a:prstGeom>
          </p:spPr>
          <p:txBody>
            <a:bodyPr wrap="none" lIns="0" rIns="72000">
              <a:spAutoFit/>
            </a:bodyPr>
            <a:lstStyle/>
            <a:p>
              <a:r>
                <a:rPr lang="ko-KR" altLang="en-US" sz="8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검색어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C29EC3E-1146-B14E-8E37-001243DC76EF}"/>
                </a:ext>
              </a:extLst>
            </p:cNvPr>
            <p:cNvSpPr/>
            <p:nvPr/>
          </p:nvSpPr>
          <p:spPr>
            <a:xfrm>
              <a:off x="1941708" y="1834438"/>
              <a:ext cx="1579657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tlCol="0" anchor="ctr"/>
            <a:lstStyle/>
            <a:p>
              <a:r>
                <a:rPr lang="ko-KR" altLang="en-US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검색어를 입력해주세요</a:t>
              </a:r>
              <a:r>
                <a:rPr lang="en-US" altLang="ko-KR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ko-KR" altLang="en-US" sz="800" spc="-8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9232925-17CB-37FE-1B98-F2B9C4709863}"/>
              </a:ext>
            </a:extLst>
          </p:cNvPr>
          <p:cNvGrpSpPr/>
          <p:nvPr/>
        </p:nvGrpSpPr>
        <p:grpSpPr>
          <a:xfrm>
            <a:off x="1240958" y="1169595"/>
            <a:ext cx="567933" cy="307299"/>
            <a:chOff x="1249583" y="948238"/>
            <a:chExt cx="567933" cy="307299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FDDBCE56-E096-590D-75C5-2AC29F20F353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 전체  </a:t>
              </a: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54C9CFEA-C719-0562-9818-21FDA8E665E2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B7CE5E87-11FE-D3D6-2A0A-E7E02B63E09A}"/>
              </a:ext>
            </a:extLst>
          </p:cNvPr>
          <p:cNvSpPr txBox="1"/>
          <p:nvPr/>
        </p:nvSpPr>
        <p:spPr>
          <a:xfrm>
            <a:off x="1236770" y="1815538"/>
            <a:ext cx="53167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⬜ 신청   ⬜</a:t>
            </a:r>
            <a:r>
              <a:rPr lang="ko-KR" altLang="en-US" sz="800" spc="-8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미승인</a:t>
            </a:r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⬜ 조건부승인    ⬜ 취소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02091A6-4ADA-F6BB-431E-7EF874CC7C86}"/>
              </a:ext>
            </a:extLst>
          </p:cNvPr>
          <p:cNvSpPr/>
          <p:nvPr/>
        </p:nvSpPr>
        <p:spPr>
          <a:xfrm>
            <a:off x="747820" y="1808017"/>
            <a:ext cx="449409" cy="215444"/>
          </a:xfrm>
          <a:prstGeom prst="rect">
            <a:avLst/>
          </a:prstGeom>
        </p:spPr>
        <p:txBody>
          <a:bodyPr wrap="none" lIns="0" rIns="72000">
            <a:spAutoFit/>
          </a:bodyPr>
          <a:lstStyle/>
          <a:p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예약 상태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DE6D56-E705-EE85-542E-C5548ECCFC50}"/>
              </a:ext>
            </a:extLst>
          </p:cNvPr>
          <p:cNvSpPr txBox="1"/>
          <p:nvPr/>
        </p:nvSpPr>
        <p:spPr>
          <a:xfrm>
            <a:off x="1236770" y="2128213"/>
            <a:ext cx="53167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⬜ 입금 대기  </a:t>
            </a:r>
            <a:r>
              <a:rPr lang="ko-KR" altLang="en-US" sz="800" spc="-8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⬜ 최종확정</a:t>
            </a:r>
            <a:endParaRPr lang="ko-KR" altLang="en-US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BA49BC6-360F-1CCC-8547-E980309B6B9D}"/>
              </a:ext>
            </a:extLst>
          </p:cNvPr>
          <p:cNvSpPr/>
          <p:nvPr/>
        </p:nvSpPr>
        <p:spPr>
          <a:xfrm>
            <a:off x="747820" y="2120692"/>
            <a:ext cx="449409" cy="215444"/>
          </a:xfrm>
          <a:prstGeom prst="rect">
            <a:avLst/>
          </a:prstGeom>
        </p:spPr>
        <p:txBody>
          <a:bodyPr wrap="none" lIns="0" rIns="72000">
            <a:spAutoFit/>
          </a:bodyPr>
          <a:lstStyle/>
          <a:p>
            <a:r>
              <a:rPr lang="ko-KR" altLang="en-US" sz="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확정 상태</a:t>
            </a:r>
          </a:p>
        </p:txBody>
      </p:sp>
    </p:spTree>
    <p:extLst>
      <p:ext uri="{BB962C8B-B14F-4D97-AF65-F5344CB8AC3E}">
        <p14:creationId xmlns:p14="http://schemas.microsoft.com/office/powerpoint/2010/main" val="1620120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425F7-A90E-76B3-A943-838A174FE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D5F8C71-DD69-276B-577E-24B763E6A8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신청자 등록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B109F6-9DDE-FF83-2D2F-B74C460E29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Home &gt; </a:t>
            </a:r>
            <a:r>
              <a:rPr lang="ko-KR" altLang="en-US" dirty="0"/>
              <a:t>시설대관 관리</a:t>
            </a:r>
            <a:r>
              <a:rPr lang="en-US" altLang="ko-KR" dirty="0"/>
              <a:t>(A)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신청자 목록 </a:t>
            </a:r>
            <a:r>
              <a:rPr lang="en-US" altLang="ko-KR" dirty="0"/>
              <a:t>&gt; </a:t>
            </a:r>
            <a:r>
              <a:rPr lang="ko-KR" altLang="en-US" dirty="0"/>
              <a:t>등록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C1E3BFB0-0AF6-736A-FE2E-BDD787FF05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algn="ctr"/>
            <a:r>
              <a:rPr lang="af-ZA" altLang="ko-KR" dirty="0"/>
              <a:t>FL02-002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8CA275-14A8-594A-1649-4EBBCFC362A1}"/>
              </a:ext>
            </a:extLst>
          </p:cNvPr>
          <p:cNvSpPr txBox="1"/>
          <p:nvPr/>
        </p:nvSpPr>
        <p:spPr>
          <a:xfrm>
            <a:off x="390956" y="874712"/>
            <a:ext cx="166834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20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신청자 등록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5D686C-20CB-6383-D008-E59086D38E46}"/>
              </a:ext>
            </a:extLst>
          </p:cNvPr>
          <p:cNvSpPr txBox="1"/>
          <p:nvPr/>
        </p:nvSpPr>
        <p:spPr>
          <a:xfrm>
            <a:off x="7778837" y="887607"/>
            <a:ext cx="1713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🏚️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관리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(A)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신청자 목록</a:t>
            </a:r>
          </a:p>
        </p:txBody>
      </p:sp>
      <p:graphicFrame>
        <p:nvGraphicFramePr>
          <p:cNvPr id="105" name="Group 160">
            <a:extLst>
              <a:ext uri="{FF2B5EF4-FFF2-40B4-BE49-F238E27FC236}">
                <a16:creationId xmlns:a16="http://schemas.microsoft.com/office/drawing/2014/main" id="{F3C08B28-8422-AB47-202D-E902DC00A1C1}"/>
              </a:ext>
            </a:extLst>
          </p:cNvPr>
          <p:cNvGraphicFramePr>
            <a:graphicFrameLocks noGrp="1"/>
          </p:cNvGraphicFramePr>
          <p:nvPr/>
        </p:nvGraphicFramePr>
        <p:xfrm>
          <a:off x="9521825" y="436797"/>
          <a:ext cx="2664000" cy="4902624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</a:p>
                  </a:txBody>
                  <a:tcPr marL="83041" marR="83041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700" b="1" i="0" u="none" strike="noStrike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시설대관 관리</a:t>
                      </a:r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(A)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  <a:r>
                        <a:rPr lang="en-US" altLang="ko-KR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신청자 목록 </a:t>
                      </a:r>
                      <a:r>
                        <a:rPr lang="en-US" altLang="ko-KR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lang="ko-KR" altLang="en-US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</a:t>
                      </a:r>
                      <a:endParaRPr lang="en-US" altLang="ko-KR" sz="8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신청자 현황 승인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대관이동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반려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취소 관리</a:t>
                      </a:r>
                      <a:endParaRPr lang="en-US" altLang="ko-KR" sz="8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대관정보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대관자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대표자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정보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실무자 정보 입력 영역</a:t>
                      </a:r>
                      <a:endParaRPr lang="en-US" altLang="ko-KR" sz="8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공통영역 ‘관리자페이지 중복기능 통합 가이드’ 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p.4</a:t>
                      </a:r>
                    </a:p>
                  </a:txBody>
                  <a:tcPr marL="72000" marR="36000" marT="72000" marB="72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56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공연장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Select List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선택시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시설대관 관리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(A)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시설 대관  목록의 시설 대관 명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얘약기간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설정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날짜 범위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데이트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피커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출력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32400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8-1.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종료일이 시작일보다 크면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Alert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표시 </a:t>
                      </a: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0625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대관자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대표자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정보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단체명 또는 개인설명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이름을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단체 대표자 성명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이름을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전화번호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숫자만 입력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 11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자리 제한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\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전화번호를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 주소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영문대문자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영문소문자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특수문자 입력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##@##.##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형식 검사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이메일을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주소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주소를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endParaRPr kumimoji="1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310997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99E5F98-333C-665C-0A3E-CE89ADEB764A}"/>
              </a:ext>
            </a:extLst>
          </p:cNvPr>
          <p:cNvGraphicFramePr>
            <a:graphicFrameLocks noGrp="1"/>
          </p:cNvGraphicFramePr>
          <p:nvPr/>
        </p:nvGraphicFramePr>
        <p:xfrm>
          <a:off x="354227" y="1448426"/>
          <a:ext cx="8690919" cy="662400"/>
        </p:xfrm>
        <a:graphic>
          <a:graphicData uri="http://schemas.openxmlformats.org/drawingml/2006/table">
            <a:tbl>
              <a:tblPr firstRow="1" bandRow="1"/>
              <a:tblGrid>
                <a:gridCol w="130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공연장</a:t>
                      </a:r>
                      <a:r>
                        <a:rPr lang="en-US" altLang="ko-KR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시설</a:t>
                      </a:r>
                      <a:r>
                        <a:rPr lang="en-US" altLang="ko-KR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 기간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13D75BB-6CB9-9BF5-EE7B-70E16EDFD184}"/>
              </a:ext>
            </a:extLst>
          </p:cNvPr>
          <p:cNvSpPr txBox="1"/>
          <p:nvPr/>
        </p:nvSpPr>
        <p:spPr>
          <a:xfrm>
            <a:off x="362465" y="1154834"/>
            <a:ext cx="11190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대관 정보</a:t>
            </a: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D8181E6E-3B18-1946-E709-09CCBE7E7620}"/>
              </a:ext>
            </a:extLst>
          </p:cNvPr>
          <p:cNvGraphicFramePr>
            <a:graphicFrameLocks noGrp="1"/>
          </p:cNvGraphicFramePr>
          <p:nvPr/>
        </p:nvGraphicFramePr>
        <p:xfrm>
          <a:off x="362465" y="2424562"/>
          <a:ext cx="8690919" cy="1656000"/>
        </p:xfrm>
        <a:graphic>
          <a:graphicData uri="http://schemas.openxmlformats.org/drawingml/2006/table">
            <a:tbl>
              <a:tblPr firstRow="1" bandRow="1"/>
              <a:tblGrid>
                <a:gridCol w="130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단체명 또는 개인 성명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ko-KR" altLang="en-US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단체 대표자 성명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전화번호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 주소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724567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주소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403550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EA4A1E84-896E-781D-A1DB-E571398BCCF2}"/>
              </a:ext>
            </a:extLst>
          </p:cNvPr>
          <p:cNvSpPr/>
          <p:nvPr/>
        </p:nvSpPr>
        <p:spPr>
          <a:xfrm>
            <a:off x="1751356" y="2479973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이름을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1D5247A-9290-7E7D-C954-D4D2CC48A332}"/>
              </a:ext>
            </a:extLst>
          </p:cNvPr>
          <p:cNvSpPr/>
          <p:nvPr/>
        </p:nvSpPr>
        <p:spPr>
          <a:xfrm>
            <a:off x="1751355" y="2804022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이름을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3F43F4CC-835D-4F5A-2F0F-74A38D724E2B}"/>
              </a:ext>
            </a:extLst>
          </p:cNvPr>
          <p:cNvSpPr/>
          <p:nvPr/>
        </p:nvSpPr>
        <p:spPr>
          <a:xfrm>
            <a:off x="122248" y="1496656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DD34E4A-74EC-3885-C598-D0C42F7ED566}"/>
              </a:ext>
            </a:extLst>
          </p:cNvPr>
          <p:cNvGrpSpPr/>
          <p:nvPr/>
        </p:nvGrpSpPr>
        <p:grpSpPr>
          <a:xfrm>
            <a:off x="1750851" y="1437801"/>
            <a:ext cx="567933" cy="307299"/>
            <a:chOff x="1249583" y="948238"/>
            <a:chExt cx="567933" cy="30729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3E622D4-4239-135E-1A6F-4EACCC747253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 선택  </a:t>
              </a:r>
              <a:r>
                <a:rPr lang="ko-KR" altLang="en-US" sz="800" spc="-8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</a:t>
              </a:r>
              <a:endPara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72C0904-1B0D-48C5-6345-99F9B5BBCB8F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AA910E7-5842-3288-3563-03AE0CD8BCF2}"/>
              </a:ext>
            </a:extLst>
          </p:cNvPr>
          <p:cNvGrpSpPr/>
          <p:nvPr/>
        </p:nvGrpSpPr>
        <p:grpSpPr>
          <a:xfrm>
            <a:off x="3550451" y="688151"/>
            <a:ext cx="1419310" cy="1028967"/>
            <a:chOff x="2462661" y="709091"/>
            <a:chExt cx="1419310" cy="102896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F7FDF9E-096E-F3B6-33D7-3992B1949016}"/>
                </a:ext>
              </a:extLst>
            </p:cNvPr>
            <p:cNvSpPr/>
            <p:nvPr/>
          </p:nvSpPr>
          <p:spPr>
            <a:xfrm>
              <a:off x="2468400" y="910480"/>
              <a:ext cx="1111563" cy="8275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파랑아트홀</a:t>
              </a:r>
              <a:b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800" spc="-8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노랑아트홀</a:t>
              </a:r>
              <a:b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800" spc="-8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검정아트홀</a:t>
              </a:r>
              <a:b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800" spc="-8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야외공연장</a:t>
              </a:r>
              <a:b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800" spc="-8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노랑아트홀</a:t>
              </a:r>
              <a:b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⋮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3603B7-1CA0-832E-F0A4-94DE460DD545}"/>
                </a:ext>
              </a:extLst>
            </p:cNvPr>
            <p:cNvSpPr txBox="1"/>
            <p:nvPr/>
          </p:nvSpPr>
          <p:spPr>
            <a:xfrm>
              <a:off x="2462661" y="709091"/>
              <a:ext cx="1419310" cy="232165"/>
            </a:xfrm>
            <a:prstGeom prst="rect">
              <a:avLst/>
            </a:prstGeom>
            <a:noFill/>
          </p:spPr>
          <p:txBody>
            <a:bodyPr wrap="square" lIns="0" tIns="54000" rIns="0" bIns="54000" rtlCol="0">
              <a:spAutoFit/>
            </a:bodyPr>
            <a:lstStyle/>
            <a:p>
              <a:r>
                <a:rPr lang="en-US" altLang="ko-KR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1-1) Select List </a:t>
              </a:r>
              <a:r>
                <a:rPr lang="ko-KR" altLang="en-US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시설대관 목록</a:t>
              </a:r>
              <a:endPara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6E6626D-F5F6-2C8E-5908-8D0BFE9934AB}"/>
              </a:ext>
            </a:extLst>
          </p:cNvPr>
          <p:cNvSpPr/>
          <p:nvPr/>
        </p:nvSpPr>
        <p:spPr>
          <a:xfrm>
            <a:off x="1751355" y="3136585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전화번호를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E832A0-DBDA-D2FA-8A62-6EB8F9B6F16C}"/>
              </a:ext>
            </a:extLst>
          </p:cNvPr>
          <p:cNvSpPr/>
          <p:nvPr/>
        </p:nvSpPr>
        <p:spPr>
          <a:xfrm>
            <a:off x="1751355" y="3466193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이메일 주소를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EB7BF6-29E4-A882-C880-201705F8E96A}"/>
              </a:ext>
            </a:extLst>
          </p:cNvPr>
          <p:cNvSpPr/>
          <p:nvPr/>
        </p:nvSpPr>
        <p:spPr>
          <a:xfrm>
            <a:off x="1751355" y="3795801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주소를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9889E6B-40E6-5155-A251-18D96FF3E317}"/>
              </a:ext>
            </a:extLst>
          </p:cNvPr>
          <p:cNvGraphicFramePr>
            <a:graphicFrameLocks noGrp="1"/>
          </p:cNvGraphicFramePr>
          <p:nvPr/>
        </p:nvGraphicFramePr>
        <p:xfrm>
          <a:off x="362465" y="4384624"/>
          <a:ext cx="8690919" cy="993600"/>
        </p:xfrm>
        <a:graphic>
          <a:graphicData uri="http://schemas.openxmlformats.org/drawingml/2006/table">
            <a:tbl>
              <a:tblPr firstRow="1" bandRow="1"/>
              <a:tblGrid>
                <a:gridCol w="130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전화번호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 주소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7D67BB64-B070-6CD3-B9F8-6403915235B5}"/>
              </a:ext>
            </a:extLst>
          </p:cNvPr>
          <p:cNvSpPr/>
          <p:nvPr/>
        </p:nvSpPr>
        <p:spPr>
          <a:xfrm>
            <a:off x="1751355" y="4435346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이름을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867A04-DC56-2F82-D852-82F2837E2E72}"/>
              </a:ext>
            </a:extLst>
          </p:cNvPr>
          <p:cNvSpPr/>
          <p:nvPr/>
        </p:nvSpPr>
        <p:spPr>
          <a:xfrm>
            <a:off x="1751355" y="4764953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전화번호를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AC656D-5A6E-2DF3-977B-1EAAA74BC382}"/>
              </a:ext>
            </a:extLst>
          </p:cNvPr>
          <p:cNvSpPr/>
          <p:nvPr/>
        </p:nvSpPr>
        <p:spPr>
          <a:xfrm>
            <a:off x="1751355" y="5094559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이메일 주소를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82E058-5E37-95D2-4278-A90FAF13FAD9}"/>
              </a:ext>
            </a:extLst>
          </p:cNvPr>
          <p:cNvSpPr/>
          <p:nvPr/>
        </p:nvSpPr>
        <p:spPr>
          <a:xfrm>
            <a:off x="2661721" y="1827979"/>
            <a:ext cx="275556" cy="23065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</a:t>
            </a:r>
            <a:endParaRPr lang="ko-KR" altLang="en-US" sz="8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63DC01-5861-4095-F52B-223DAE42FB9F}"/>
              </a:ext>
            </a:extLst>
          </p:cNvPr>
          <p:cNvSpPr txBox="1"/>
          <p:nvPr/>
        </p:nvSpPr>
        <p:spPr>
          <a:xfrm>
            <a:off x="362465" y="2171431"/>
            <a:ext cx="14457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spc="-5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대관자</a:t>
            </a:r>
            <a:r>
              <a:rPr lang="en-US" altLang="ko-KR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대표자</a:t>
            </a:r>
            <a:r>
              <a:rPr lang="en-US" altLang="ko-KR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7241B2-6B98-2C70-9FBA-946F83D6E1D7}"/>
              </a:ext>
            </a:extLst>
          </p:cNvPr>
          <p:cNvSpPr txBox="1"/>
          <p:nvPr/>
        </p:nvSpPr>
        <p:spPr>
          <a:xfrm>
            <a:off x="362465" y="4137874"/>
            <a:ext cx="14457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spc="-5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실무자 정보</a:t>
            </a:r>
            <a:endParaRPr lang="ko-KR" altLang="en-US" sz="1050" b="1" spc="-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 Box">
            <a:extLst>
              <a:ext uri="{FF2B5EF4-FFF2-40B4-BE49-F238E27FC236}">
                <a16:creationId xmlns:a16="http://schemas.microsoft.com/office/drawing/2014/main" id="{84356D01-B810-A0B7-A2AA-83637192910A}"/>
              </a:ext>
            </a:extLst>
          </p:cNvPr>
          <p:cNvSpPr/>
          <p:nvPr/>
        </p:nvSpPr>
        <p:spPr>
          <a:xfrm>
            <a:off x="1757487" y="1824045"/>
            <a:ext cx="890673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ko-KR" altLang="en-US" sz="800" spc="-8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날짜선택</a:t>
            </a:r>
            <a:endParaRPr lang="en-US" sz="800" spc="-80" dirty="0">
              <a:solidFill>
                <a:srgbClr val="7F7F7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Date Picker Icon" descr="&lt;Tags&gt;&lt;SMARTRESIZEANCHORS&gt;None,None,None,Absolute&lt;/SMARTRESIZEANCHORS&gt;&lt;/Tags&gt;">
            <a:extLst>
              <a:ext uri="{FF2B5EF4-FFF2-40B4-BE49-F238E27FC236}">
                <a16:creationId xmlns:a16="http://schemas.microsoft.com/office/drawing/2014/main" id="{F33D2A31-7B79-55FE-B4BE-A7A61B73E8B9}"/>
              </a:ext>
            </a:extLst>
          </p:cNvPr>
          <p:cNvSpPr>
            <a:spLocks noEditPoints="1"/>
          </p:cNvSpPr>
          <p:nvPr/>
        </p:nvSpPr>
        <p:spPr bwMode="auto">
          <a:xfrm>
            <a:off x="2407419" y="1867532"/>
            <a:ext cx="177979" cy="154118"/>
          </a:xfrm>
          <a:custGeom>
            <a:avLst/>
            <a:gdLst>
              <a:gd name="T0" fmla="*/ 115 w 450"/>
              <a:gd name="T1" fmla="*/ 79 h 445"/>
              <a:gd name="T2" fmla="*/ 132 w 450"/>
              <a:gd name="T3" fmla="*/ 0 h 445"/>
              <a:gd name="T4" fmla="*/ 318 w 450"/>
              <a:gd name="T5" fmla="*/ 0 h 445"/>
              <a:gd name="T6" fmla="*/ 336 w 450"/>
              <a:gd name="T7" fmla="*/ 79 h 445"/>
              <a:gd name="T8" fmla="*/ 318 w 450"/>
              <a:gd name="T9" fmla="*/ 0 h 445"/>
              <a:gd name="T10" fmla="*/ 0 w 450"/>
              <a:gd name="T11" fmla="*/ 445 h 445"/>
              <a:gd name="T12" fmla="*/ 450 w 450"/>
              <a:gd name="T13" fmla="*/ 39 h 445"/>
              <a:gd name="T14" fmla="*/ 360 w 450"/>
              <a:gd name="T15" fmla="*/ 57 h 445"/>
              <a:gd name="T16" fmla="*/ 432 w 450"/>
              <a:gd name="T17" fmla="*/ 427 h 445"/>
              <a:gd name="T18" fmla="*/ 18 w 450"/>
              <a:gd name="T19" fmla="*/ 57 h 445"/>
              <a:gd name="T20" fmla="*/ 88 w 450"/>
              <a:gd name="T21" fmla="*/ 39 h 445"/>
              <a:gd name="T22" fmla="*/ 156 w 450"/>
              <a:gd name="T23" fmla="*/ 39 h 445"/>
              <a:gd name="T24" fmla="*/ 295 w 450"/>
              <a:gd name="T25" fmla="*/ 57 h 445"/>
              <a:gd name="T26" fmla="*/ 156 w 450"/>
              <a:gd name="T27" fmla="*/ 39 h 445"/>
              <a:gd name="T28" fmla="*/ 45 w 450"/>
              <a:gd name="T29" fmla="*/ 142 h 445"/>
              <a:gd name="T30" fmla="*/ 405 w 450"/>
              <a:gd name="T31" fmla="*/ 124 h 445"/>
              <a:gd name="T32" fmla="*/ 169 w 450"/>
              <a:gd name="T33" fmla="*/ 212 h 445"/>
              <a:gd name="T34" fmla="*/ 147 w 450"/>
              <a:gd name="T35" fmla="*/ 227 h 445"/>
              <a:gd name="T36" fmla="*/ 122 w 450"/>
              <a:gd name="T37" fmla="*/ 238 h 445"/>
              <a:gd name="T38" fmla="*/ 132 w 450"/>
              <a:gd name="T39" fmla="*/ 253 h 445"/>
              <a:gd name="T40" fmla="*/ 153 w 450"/>
              <a:gd name="T41" fmla="*/ 242 h 445"/>
              <a:gd name="T42" fmla="*/ 158 w 450"/>
              <a:gd name="T43" fmla="*/ 374 h 445"/>
              <a:gd name="T44" fmla="*/ 176 w 450"/>
              <a:gd name="T45" fmla="*/ 212 h 445"/>
              <a:gd name="T46" fmla="*/ 277 w 450"/>
              <a:gd name="T47" fmla="*/ 213 h 445"/>
              <a:gd name="T48" fmla="*/ 236 w 450"/>
              <a:gd name="T49" fmla="*/ 228 h 445"/>
              <a:gd name="T50" fmla="*/ 245 w 450"/>
              <a:gd name="T51" fmla="*/ 240 h 445"/>
              <a:gd name="T52" fmla="*/ 264 w 450"/>
              <a:gd name="T53" fmla="*/ 230 h 445"/>
              <a:gd name="T54" fmla="*/ 286 w 450"/>
              <a:gd name="T55" fmla="*/ 230 h 445"/>
              <a:gd name="T56" fmla="*/ 302 w 450"/>
              <a:gd name="T57" fmla="*/ 245 h 445"/>
              <a:gd name="T58" fmla="*/ 303 w 450"/>
              <a:gd name="T59" fmla="*/ 269 h 445"/>
              <a:gd name="T60" fmla="*/ 288 w 450"/>
              <a:gd name="T61" fmla="*/ 292 h 445"/>
              <a:gd name="T62" fmla="*/ 253 w 450"/>
              <a:gd name="T63" fmla="*/ 320 h 445"/>
              <a:gd name="T64" fmla="*/ 233 w 450"/>
              <a:gd name="T65" fmla="*/ 348 h 445"/>
              <a:gd name="T66" fmla="*/ 230 w 450"/>
              <a:gd name="T67" fmla="*/ 374 h 445"/>
              <a:gd name="T68" fmla="*/ 328 w 450"/>
              <a:gd name="T69" fmla="*/ 358 h 445"/>
              <a:gd name="T70" fmla="*/ 251 w 450"/>
              <a:gd name="T71" fmla="*/ 346 h 445"/>
              <a:gd name="T72" fmla="*/ 268 w 450"/>
              <a:gd name="T73" fmla="*/ 326 h 445"/>
              <a:gd name="T74" fmla="*/ 303 w 450"/>
              <a:gd name="T75" fmla="*/ 299 h 445"/>
              <a:gd name="T76" fmla="*/ 320 w 450"/>
              <a:gd name="T77" fmla="*/ 273 h 445"/>
              <a:gd name="T78" fmla="*/ 318 w 450"/>
              <a:gd name="T79" fmla="*/ 238 h 445"/>
              <a:gd name="T80" fmla="*/ 295 w 450"/>
              <a:gd name="T81" fmla="*/ 216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50" h="445">
                <a:moveTo>
                  <a:pt x="115" y="0"/>
                </a:moveTo>
                <a:lnTo>
                  <a:pt x="115" y="79"/>
                </a:lnTo>
                <a:lnTo>
                  <a:pt x="132" y="79"/>
                </a:lnTo>
                <a:lnTo>
                  <a:pt x="132" y="0"/>
                </a:lnTo>
                <a:lnTo>
                  <a:pt x="115" y="0"/>
                </a:lnTo>
                <a:close/>
                <a:moveTo>
                  <a:pt x="318" y="0"/>
                </a:moveTo>
                <a:lnTo>
                  <a:pt x="318" y="79"/>
                </a:lnTo>
                <a:lnTo>
                  <a:pt x="336" y="79"/>
                </a:lnTo>
                <a:lnTo>
                  <a:pt x="336" y="0"/>
                </a:lnTo>
                <a:lnTo>
                  <a:pt x="318" y="0"/>
                </a:lnTo>
                <a:close/>
                <a:moveTo>
                  <a:pt x="0" y="39"/>
                </a:moveTo>
                <a:lnTo>
                  <a:pt x="0" y="445"/>
                </a:lnTo>
                <a:lnTo>
                  <a:pt x="450" y="445"/>
                </a:lnTo>
                <a:lnTo>
                  <a:pt x="450" y="39"/>
                </a:lnTo>
                <a:lnTo>
                  <a:pt x="360" y="39"/>
                </a:lnTo>
                <a:lnTo>
                  <a:pt x="360" y="57"/>
                </a:lnTo>
                <a:lnTo>
                  <a:pt x="432" y="57"/>
                </a:lnTo>
                <a:lnTo>
                  <a:pt x="432" y="427"/>
                </a:lnTo>
                <a:lnTo>
                  <a:pt x="18" y="427"/>
                </a:lnTo>
                <a:lnTo>
                  <a:pt x="18" y="57"/>
                </a:lnTo>
                <a:lnTo>
                  <a:pt x="88" y="57"/>
                </a:lnTo>
                <a:lnTo>
                  <a:pt x="88" y="39"/>
                </a:lnTo>
                <a:lnTo>
                  <a:pt x="0" y="39"/>
                </a:lnTo>
                <a:close/>
                <a:moveTo>
                  <a:pt x="156" y="39"/>
                </a:moveTo>
                <a:lnTo>
                  <a:pt x="156" y="57"/>
                </a:lnTo>
                <a:lnTo>
                  <a:pt x="295" y="57"/>
                </a:lnTo>
                <a:lnTo>
                  <a:pt x="295" y="39"/>
                </a:lnTo>
                <a:lnTo>
                  <a:pt x="156" y="39"/>
                </a:lnTo>
                <a:close/>
                <a:moveTo>
                  <a:pt x="45" y="124"/>
                </a:moveTo>
                <a:lnTo>
                  <a:pt x="45" y="142"/>
                </a:lnTo>
                <a:lnTo>
                  <a:pt x="405" y="142"/>
                </a:lnTo>
                <a:lnTo>
                  <a:pt x="405" y="124"/>
                </a:lnTo>
                <a:lnTo>
                  <a:pt x="45" y="124"/>
                </a:lnTo>
                <a:close/>
                <a:moveTo>
                  <a:pt x="169" y="212"/>
                </a:moveTo>
                <a:cubicBezTo>
                  <a:pt x="167" y="215"/>
                  <a:pt x="163" y="217"/>
                  <a:pt x="160" y="219"/>
                </a:cubicBezTo>
                <a:cubicBezTo>
                  <a:pt x="156" y="222"/>
                  <a:pt x="152" y="225"/>
                  <a:pt x="147" y="227"/>
                </a:cubicBezTo>
                <a:cubicBezTo>
                  <a:pt x="143" y="229"/>
                  <a:pt x="139" y="231"/>
                  <a:pt x="134" y="233"/>
                </a:cubicBezTo>
                <a:cubicBezTo>
                  <a:pt x="130" y="235"/>
                  <a:pt x="126" y="237"/>
                  <a:pt x="122" y="238"/>
                </a:cubicBezTo>
                <a:lnTo>
                  <a:pt x="122" y="256"/>
                </a:lnTo>
                <a:cubicBezTo>
                  <a:pt x="125" y="255"/>
                  <a:pt x="129" y="254"/>
                  <a:pt x="132" y="253"/>
                </a:cubicBezTo>
                <a:cubicBezTo>
                  <a:pt x="136" y="251"/>
                  <a:pt x="140" y="249"/>
                  <a:pt x="143" y="247"/>
                </a:cubicBezTo>
                <a:cubicBezTo>
                  <a:pt x="146" y="246"/>
                  <a:pt x="150" y="244"/>
                  <a:pt x="153" y="242"/>
                </a:cubicBezTo>
                <a:cubicBezTo>
                  <a:pt x="155" y="240"/>
                  <a:pt x="156" y="238"/>
                  <a:pt x="158" y="237"/>
                </a:cubicBezTo>
                <a:lnTo>
                  <a:pt x="158" y="374"/>
                </a:lnTo>
                <a:lnTo>
                  <a:pt x="176" y="374"/>
                </a:lnTo>
                <a:lnTo>
                  <a:pt x="176" y="212"/>
                </a:lnTo>
                <a:lnTo>
                  <a:pt x="169" y="212"/>
                </a:lnTo>
                <a:close/>
                <a:moveTo>
                  <a:pt x="277" y="213"/>
                </a:moveTo>
                <a:cubicBezTo>
                  <a:pt x="268" y="213"/>
                  <a:pt x="260" y="214"/>
                  <a:pt x="254" y="217"/>
                </a:cubicBezTo>
                <a:cubicBezTo>
                  <a:pt x="248" y="219"/>
                  <a:pt x="241" y="223"/>
                  <a:pt x="236" y="228"/>
                </a:cubicBezTo>
                <a:lnTo>
                  <a:pt x="236" y="247"/>
                </a:lnTo>
                <a:cubicBezTo>
                  <a:pt x="239" y="245"/>
                  <a:pt x="242" y="242"/>
                  <a:pt x="245" y="240"/>
                </a:cubicBezTo>
                <a:cubicBezTo>
                  <a:pt x="248" y="237"/>
                  <a:pt x="251" y="235"/>
                  <a:pt x="254" y="233"/>
                </a:cubicBezTo>
                <a:cubicBezTo>
                  <a:pt x="257" y="232"/>
                  <a:pt x="260" y="231"/>
                  <a:pt x="264" y="230"/>
                </a:cubicBezTo>
                <a:cubicBezTo>
                  <a:pt x="267" y="229"/>
                  <a:pt x="271" y="228"/>
                  <a:pt x="274" y="228"/>
                </a:cubicBezTo>
                <a:cubicBezTo>
                  <a:pt x="278" y="228"/>
                  <a:pt x="282" y="229"/>
                  <a:pt x="286" y="230"/>
                </a:cubicBezTo>
                <a:cubicBezTo>
                  <a:pt x="289" y="231"/>
                  <a:pt x="293" y="233"/>
                  <a:pt x="295" y="235"/>
                </a:cubicBezTo>
                <a:cubicBezTo>
                  <a:pt x="298" y="237"/>
                  <a:pt x="300" y="241"/>
                  <a:pt x="302" y="245"/>
                </a:cubicBezTo>
                <a:cubicBezTo>
                  <a:pt x="303" y="248"/>
                  <a:pt x="303" y="252"/>
                  <a:pt x="303" y="257"/>
                </a:cubicBezTo>
                <a:cubicBezTo>
                  <a:pt x="303" y="261"/>
                  <a:pt x="304" y="266"/>
                  <a:pt x="303" y="269"/>
                </a:cubicBezTo>
                <a:cubicBezTo>
                  <a:pt x="302" y="273"/>
                  <a:pt x="300" y="277"/>
                  <a:pt x="297" y="281"/>
                </a:cubicBezTo>
                <a:cubicBezTo>
                  <a:pt x="295" y="285"/>
                  <a:pt x="291" y="289"/>
                  <a:pt x="288" y="292"/>
                </a:cubicBezTo>
                <a:cubicBezTo>
                  <a:pt x="284" y="296"/>
                  <a:pt x="279" y="300"/>
                  <a:pt x="273" y="304"/>
                </a:cubicBezTo>
                <a:cubicBezTo>
                  <a:pt x="265" y="310"/>
                  <a:pt x="259" y="315"/>
                  <a:pt x="253" y="320"/>
                </a:cubicBezTo>
                <a:cubicBezTo>
                  <a:pt x="248" y="324"/>
                  <a:pt x="243" y="329"/>
                  <a:pt x="240" y="334"/>
                </a:cubicBezTo>
                <a:cubicBezTo>
                  <a:pt x="237" y="339"/>
                  <a:pt x="234" y="343"/>
                  <a:pt x="233" y="348"/>
                </a:cubicBezTo>
                <a:cubicBezTo>
                  <a:pt x="231" y="353"/>
                  <a:pt x="230" y="360"/>
                  <a:pt x="230" y="367"/>
                </a:cubicBezTo>
                <a:lnTo>
                  <a:pt x="230" y="374"/>
                </a:lnTo>
                <a:lnTo>
                  <a:pt x="328" y="374"/>
                </a:lnTo>
                <a:lnTo>
                  <a:pt x="328" y="358"/>
                </a:lnTo>
                <a:lnTo>
                  <a:pt x="250" y="358"/>
                </a:lnTo>
                <a:cubicBezTo>
                  <a:pt x="250" y="353"/>
                  <a:pt x="250" y="349"/>
                  <a:pt x="251" y="346"/>
                </a:cubicBezTo>
                <a:cubicBezTo>
                  <a:pt x="252" y="343"/>
                  <a:pt x="254" y="340"/>
                  <a:pt x="257" y="337"/>
                </a:cubicBezTo>
                <a:cubicBezTo>
                  <a:pt x="259" y="333"/>
                  <a:pt x="263" y="330"/>
                  <a:pt x="268" y="326"/>
                </a:cubicBezTo>
                <a:cubicBezTo>
                  <a:pt x="273" y="322"/>
                  <a:pt x="279" y="318"/>
                  <a:pt x="287" y="313"/>
                </a:cubicBezTo>
                <a:cubicBezTo>
                  <a:pt x="293" y="308"/>
                  <a:pt x="298" y="304"/>
                  <a:pt x="303" y="299"/>
                </a:cubicBezTo>
                <a:cubicBezTo>
                  <a:pt x="307" y="295"/>
                  <a:pt x="310" y="292"/>
                  <a:pt x="313" y="287"/>
                </a:cubicBezTo>
                <a:cubicBezTo>
                  <a:pt x="316" y="283"/>
                  <a:pt x="319" y="278"/>
                  <a:pt x="320" y="273"/>
                </a:cubicBezTo>
                <a:cubicBezTo>
                  <a:pt x="322" y="268"/>
                  <a:pt x="322" y="262"/>
                  <a:pt x="322" y="255"/>
                </a:cubicBezTo>
                <a:cubicBezTo>
                  <a:pt x="322" y="249"/>
                  <a:pt x="321" y="243"/>
                  <a:pt x="318" y="238"/>
                </a:cubicBezTo>
                <a:cubicBezTo>
                  <a:pt x="316" y="232"/>
                  <a:pt x="313" y="227"/>
                  <a:pt x="309" y="224"/>
                </a:cubicBezTo>
                <a:cubicBezTo>
                  <a:pt x="305" y="220"/>
                  <a:pt x="300" y="218"/>
                  <a:pt x="295" y="216"/>
                </a:cubicBezTo>
                <a:cubicBezTo>
                  <a:pt x="289" y="214"/>
                  <a:pt x="283" y="213"/>
                  <a:pt x="277" y="213"/>
                </a:cubicBezTo>
                <a:close/>
              </a:path>
            </a:pathLst>
          </a:custGeom>
          <a:solidFill>
            <a:srgbClr val="80808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spc="-80" dirty="0">
              <a:solidFill>
                <a:srgbClr val="5F5F5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Box">
            <a:extLst>
              <a:ext uri="{FF2B5EF4-FFF2-40B4-BE49-F238E27FC236}">
                <a16:creationId xmlns:a16="http://schemas.microsoft.com/office/drawing/2014/main" id="{B10BB773-75B2-2813-9828-3E874C2B6DD6}"/>
              </a:ext>
            </a:extLst>
          </p:cNvPr>
          <p:cNvSpPr/>
          <p:nvPr/>
        </p:nvSpPr>
        <p:spPr>
          <a:xfrm>
            <a:off x="2937265" y="1824045"/>
            <a:ext cx="890673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ko-KR" altLang="en-US" sz="800" spc="-8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날짜선택</a:t>
            </a:r>
            <a:endParaRPr lang="en-US" sz="800" spc="-80" dirty="0">
              <a:solidFill>
                <a:srgbClr val="7F7F7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Date Picker Icon" descr="&lt;Tags&gt;&lt;SMARTRESIZEANCHORS&gt;None,None,None,Absolute&lt;/SMARTRESIZEANCHORS&gt;&lt;/Tags&gt;">
            <a:extLst>
              <a:ext uri="{FF2B5EF4-FFF2-40B4-BE49-F238E27FC236}">
                <a16:creationId xmlns:a16="http://schemas.microsoft.com/office/drawing/2014/main" id="{57396CD3-53C8-2755-2E6C-06E04B69CCB5}"/>
              </a:ext>
            </a:extLst>
          </p:cNvPr>
          <p:cNvSpPr>
            <a:spLocks noEditPoints="1"/>
          </p:cNvSpPr>
          <p:nvPr/>
        </p:nvSpPr>
        <p:spPr bwMode="auto">
          <a:xfrm>
            <a:off x="3587197" y="1867532"/>
            <a:ext cx="177979" cy="154118"/>
          </a:xfrm>
          <a:custGeom>
            <a:avLst/>
            <a:gdLst>
              <a:gd name="T0" fmla="*/ 115 w 450"/>
              <a:gd name="T1" fmla="*/ 79 h 445"/>
              <a:gd name="T2" fmla="*/ 132 w 450"/>
              <a:gd name="T3" fmla="*/ 0 h 445"/>
              <a:gd name="T4" fmla="*/ 318 w 450"/>
              <a:gd name="T5" fmla="*/ 0 h 445"/>
              <a:gd name="T6" fmla="*/ 336 w 450"/>
              <a:gd name="T7" fmla="*/ 79 h 445"/>
              <a:gd name="T8" fmla="*/ 318 w 450"/>
              <a:gd name="T9" fmla="*/ 0 h 445"/>
              <a:gd name="T10" fmla="*/ 0 w 450"/>
              <a:gd name="T11" fmla="*/ 445 h 445"/>
              <a:gd name="T12" fmla="*/ 450 w 450"/>
              <a:gd name="T13" fmla="*/ 39 h 445"/>
              <a:gd name="T14" fmla="*/ 360 w 450"/>
              <a:gd name="T15" fmla="*/ 57 h 445"/>
              <a:gd name="T16" fmla="*/ 432 w 450"/>
              <a:gd name="T17" fmla="*/ 427 h 445"/>
              <a:gd name="T18" fmla="*/ 18 w 450"/>
              <a:gd name="T19" fmla="*/ 57 h 445"/>
              <a:gd name="T20" fmla="*/ 88 w 450"/>
              <a:gd name="T21" fmla="*/ 39 h 445"/>
              <a:gd name="T22" fmla="*/ 156 w 450"/>
              <a:gd name="T23" fmla="*/ 39 h 445"/>
              <a:gd name="T24" fmla="*/ 295 w 450"/>
              <a:gd name="T25" fmla="*/ 57 h 445"/>
              <a:gd name="T26" fmla="*/ 156 w 450"/>
              <a:gd name="T27" fmla="*/ 39 h 445"/>
              <a:gd name="T28" fmla="*/ 45 w 450"/>
              <a:gd name="T29" fmla="*/ 142 h 445"/>
              <a:gd name="T30" fmla="*/ 405 w 450"/>
              <a:gd name="T31" fmla="*/ 124 h 445"/>
              <a:gd name="T32" fmla="*/ 169 w 450"/>
              <a:gd name="T33" fmla="*/ 212 h 445"/>
              <a:gd name="T34" fmla="*/ 147 w 450"/>
              <a:gd name="T35" fmla="*/ 227 h 445"/>
              <a:gd name="T36" fmla="*/ 122 w 450"/>
              <a:gd name="T37" fmla="*/ 238 h 445"/>
              <a:gd name="T38" fmla="*/ 132 w 450"/>
              <a:gd name="T39" fmla="*/ 253 h 445"/>
              <a:gd name="T40" fmla="*/ 153 w 450"/>
              <a:gd name="T41" fmla="*/ 242 h 445"/>
              <a:gd name="T42" fmla="*/ 158 w 450"/>
              <a:gd name="T43" fmla="*/ 374 h 445"/>
              <a:gd name="T44" fmla="*/ 176 w 450"/>
              <a:gd name="T45" fmla="*/ 212 h 445"/>
              <a:gd name="T46" fmla="*/ 277 w 450"/>
              <a:gd name="T47" fmla="*/ 213 h 445"/>
              <a:gd name="T48" fmla="*/ 236 w 450"/>
              <a:gd name="T49" fmla="*/ 228 h 445"/>
              <a:gd name="T50" fmla="*/ 245 w 450"/>
              <a:gd name="T51" fmla="*/ 240 h 445"/>
              <a:gd name="T52" fmla="*/ 264 w 450"/>
              <a:gd name="T53" fmla="*/ 230 h 445"/>
              <a:gd name="T54" fmla="*/ 286 w 450"/>
              <a:gd name="T55" fmla="*/ 230 h 445"/>
              <a:gd name="T56" fmla="*/ 302 w 450"/>
              <a:gd name="T57" fmla="*/ 245 h 445"/>
              <a:gd name="T58" fmla="*/ 303 w 450"/>
              <a:gd name="T59" fmla="*/ 269 h 445"/>
              <a:gd name="T60" fmla="*/ 288 w 450"/>
              <a:gd name="T61" fmla="*/ 292 h 445"/>
              <a:gd name="T62" fmla="*/ 253 w 450"/>
              <a:gd name="T63" fmla="*/ 320 h 445"/>
              <a:gd name="T64" fmla="*/ 233 w 450"/>
              <a:gd name="T65" fmla="*/ 348 h 445"/>
              <a:gd name="T66" fmla="*/ 230 w 450"/>
              <a:gd name="T67" fmla="*/ 374 h 445"/>
              <a:gd name="T68" fmla="*/ 328 w 450"/>
              <a:gd name="T69" fmla="*/ 358 h 445"/>
              <a:gd name="T70" fmla="*/ 251 w 450"/>
              <a:gd name="T71" fmla="*/ 346 h 445"/>
              <a:gd name="T72" fmla="*/ 268 w 450"/>
              <a:gd name="T73" fmla="*/ 326 h 445"/>
              <a:gd name="T74" fmla="*/ 303 w 450"/>
              <a:gd name="T75" fmla="*/ 299 h 445"/>
              <a:gd name="T76" fmla="*/ 320 w 450"/>
              <a:gd name="T77" fmla="*/ 273 h 445"/>
              <a:gd name="T78" fmla="*/ 318 w 450"/>
              <a:gd name="T79" fmla="*/ 238 h 445"/>
              <a:gd name="T80" fmla="*/ 295 w 450"/>
              <a:gd name="T81" fmla="*/ 216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50" h="445">
                <a:moveTo>
                  <a:pt x="115" y="0"/>
                </a:moveTo>
                <a:lnTo>
                  <a:pt x="115" y="79"/>
                </a:lnTo>
                <a:lnTo>
                  <a:pt x="132" y="79"/>
                </a:lnTo>
                <a:lnTo>
                  <a:pt x="132" y="0"/>
                </a:lnTo>
                <a:lnTo>
                  <a:pt x="115" y="0"/>
                </a:lnTo>
                <a:close/>
                <a:moveTo>
                  <a:pt x="318" y="0"/>
                </a:moveTo>
                <a:lnTo>
                  <a:pt x="318" y="79"/>
                </a:lnTo>
                <a:lnTo>
                  <a:pt x="336" y="79"/>
                </a:lnTo>
                <a:lnTo>
                  <a:pt x="336" y="0"/>
                </a:lnTo>
                <a:lnTo>
                  <a:pt x="318" y="0"/>
                </a:lnTo>
                <a:close/>
                <a:moveTo>
                  <a:pt x="0" y="39"/>
                </a:moveTo>
                <a:lnTo>
                  <a:pt x="0" y="445"/>
                </a:lnTo>
                <a:lnTo>
                  <a:pt x="450" y="445"/>
                </a:lnTo>
                <a:lnTo>
                  <a:pt x="450" y="39"/>
                </a:lnTo>
                <a:lnTo>
                  <a:pt x="360" y="39"/>
                </a:lnTo>
                <a:lnTo>
                  <a:pt x="360" y="57"/>
                </a:lnTo>
                <a:lnTo>
                  <a:pt x="432" y="57"/>
                </a:lnTo>
                <a:lnTo>
                  <a:pt x="432" y="427"/>
                </a:lnTo>
                <a:lnTo>
                  <a:pt x="18" y="427"/>
                </a:lnTo>
                <a:lnTo>
                  <a:pt x="18" y="57"/>
                </a:lnTo>
                <a:lnTo>
                  <a:pt x="88" y="57"/>
                </a:lnTo>
                <a:lnTo>
                  <a:pt x="88" y="39"/>
                </a:lnTo>
                <a:lnTo>
                  <a:pt x="0" y="39"/>
                </a:lnTo>
                <a:close/>
                <a:moveTo>
                  <a:pt x="156" y="39"/>
                </a:moveTo>
                <a:lnTo>
                  <a:pt x="156" y="57"/>
                </a:lnTo>
                <a:lnTo>
                  <a:pt x="295" y="57"/>
                </a:lnTo>
                <a:lnTo>
                  <a:pt x="295" y="39"/>
                </a:lnTo>
                <a:lnTo>
                  <a:pt x="156" y="39"/>
                </a:lnTo>
                <a:close/>
                <a:moveTo>
                  <a:pt x="45" y="124"/>
                </a:moveTo>
                <a:lnTo>
                  <a:pt x="45" y="142"/>
                </a:lnTo>
                <a:lnTo>
                  <a:pt x="405" y="142"/>
                </a:lnTo>
                <a:lnTo>
                  <a:pt x="405" y="124"/>
                </a:lnTo>
                <a:lnTo>
                  <a:pt x="45" y="124"/>
                </a:lnTo>
                <a:close/>
                <a:moveTo>
                  <a:pt x="169" y="212"/>
                </a:moveTo>
                <a:cubicBezTo>
                  <a:pt x="167" y="215"/>
                  <a:pt x="163" y="217"/>
                  <a:pt x="160" y="219"/>
                </a:cubicBezTo>
                <a:cubicBezTo>
                  <a:pt x="156" y="222"/>
                  <a:pt x="152" y="225"/>
                  <a:pt x="147" y="227"/>
                </a:cubicBezTo>
                <a:cubicBezTo>
                  <a:pt x="143" y="229"/>
                  <a:pt x="139" y="231"/>
                  <a:pt x="134" y="233"/>
                </a:cubicBezTo>
                <a:cubicBezTo>
                  <a:pt x="130" y="235"/>
                  <a:pt x="126" y="237"/>
                  <a:pt x="122" y="238"/>
                </a:cubicBezTo>
                <a:lnTo>
                  <a:pt x="122" y="256"/>
                </a:lnTo>
                <a:cubicBezTo>
                  <a:pt x="125" y="255"/>
                  <a:pt x="129" y="254"/>
                  <a:pt x="132" y="253"/>
                </a:cubicBezTo>
                <a:cubicBezTo>
                  <a:pt x="136" y="251"/>
                  <a:pt x="140" y="249"/>
                  <a:pt x="143" y="247"/>
                </a:cubicBezTo>
                <a:cubicBezTo>
                  <a:pt x="146" y="246"/>
                  <a:pt x="150" y="244"/>
                  <a:pt x="153" y="242"/>
                </a:cubicBezTo>
                <a:cubicBezTo>
                  <a:pt x="155" y="240"/>
                  <a:pt x="156" y="238"/>
                  <a:pt x="158" y="237"/>
                </a:cubicBezTo>
                <a:lnTo>
                  <a:pt x="158" y="374"/>
                </a:lnTo>
                <a:lnTo>
                  <a:pt x="176" y="374"/>
                </a:lnTo>
                <a:lnTo>
                  <a:pt x="176" y="212"/>
                </a:lnTo>
                <a:lnTo>
                  <a:pt x="169" y="212"/>
                </a:lnTo>
                <a:close/>
                <a:moveTo>
                  <a:pt x="277" y="213"/>
                </a:moveTo>
                <a:cubicBezTo>
                  <a:pt x="268" y="213"/>
                  <a:pt x="260" y="214"/>
                  <a:pt x="254" y="217"/>
                </a:cubicBezTo>
                <a:cubicBezTo>
                  <a:pt x="248" y="219"/>
                  <a:pt x="241" y="223"/>
                  <a:pt x="236" y="228"/>
                </a:cubicBezTo>
                <a:lnTo>
                  <a:pt x="236" y="247"/>
                </a:lnTo>
                <a:cubicBezTo>
                  <a:pt x="239" y="245"/>
                  <a:pt x="242" y="242"/>
                  <a:pt x="245" y="240"/>
                </a:cubicBezTo>
                <a:cubicBezTo>
                  <a:pt x="248" y="237"/>
                  <a:pt x="251" y="235"/>
                  <a:pt x="254" y="233"/>
                </a:cubicBezTo>
                <a:cubicBezTo>
                  <a:pt x="257" y="232"/>
                  <a:pt x="260" y="231"/>
                  <a:pt x="264" y="230"/>
                </a:cubicBezTo>
                <a:cubicBezTo>
                  <a:pt x="267" y="229"/>
                  <a:pt x="271" y="228"/>
                  <a:pt x="274" y="228"/>
                </a:cubicBezTo>
                <a:cubicBezTo>
                  <a:pt x="278" y="228"/>
                  <a:pt x="282" y="229"/>
                  <a:pt x="286" y="230"/>
                </a:cubicBezTo>
                <a:cubicBezTo>
                  <a:pt x="289" y="231"/>
                  <a:pt x="293" y="233"/>
                  <a:pt x="295" y="235"/>
                </a:cubicBezTo>
                <a:cubicBezTo>
                  <a:pt x="298" y="237"/>
                  <a:pt x="300" y="241"/>
                  <a:pt x="302" y="245"/>
                </a:cubicBezTo>
                <a:cubicBezTo>
                  <a:pt x="303" y="248"/>
                  <a:pt x="303" y="252"/>
                  <a:pt x="303" y="257"/>
                </a:cubicBezTo>
                <a:cubicBezTo>
                  <a:pt x="303" y="261"/>
                  <a:pt x="304" y="266"/>
                  <a:pt x="303" y="269"/>
                </a:cubicBezTo>
                <a:cubicBezTo>
                  <a:pt x="302" y="273"/>
                  <a:pt x="300" y="277"/>
                  <a:pt x="297" y="281"/>
                </a:cubicBezTo>
                <a:cubicBezTo>
                  <a:pt x="295" y="285"/>
                  <a:pt x="291" y="289"/>
                  <a:pt x="288" y="292"/>
                </a:cubicBezTo>
                <a:cubicBezTo>
                  <a:pt x="284" y="296"/>
                  <a:pt x="279" y="300"/>
                  <a:pt x="273" y="304"/>
                </a:cubicBezTo>
                <a:cubicBezTo>
                  <a:pt x="265" y="310"/>
                  <a:pt x="259" y="315"/>
                  <a:pt x="253" y="320"/>
                </a:cubicBezTo>
                <a:cubicBezTo>
                  <a:pt x="248" y="324"/>
                  <a:pt x="243" y="329"/>
                  <a:pt x="240" y="334"/>
                </a:cubicBezTo>
                <a:cubicBezTo>
                  <a:pt x="237" y="339"/>
                  <a:pt x="234" y="343"/>
                  <a:pt x="233" y="348"/>
                </a:cubicBezTo>
                <a:cubicBezTo>
                  <a:pt x="231" y="353"/>
                  <a:pt x="230" y="360"/>
                  <a:pt x="230" y="367"/>
                </a:cubicBezTo>
                <a:lnTo>
                  <a:pt x="230" y="374"/>
                </a:lnTo>
                <a:lnTo>
                  <a:pt x="328" y="374"/>
                </a:lnTo>
                <a:lnTo>
                  <a:pt x="328" y="358"/>
                </a:lnTo>
                <a:lnTo>
                  <a:pt x="250" y="358"/>
                </a:lnTo>
                <a:cubicBezTo>
                  <a:pt x="250" y="353"/>
                  <a:pt x="250" y="349"/>
                  <a:pt x="251" y="346"/>
                </a:cubicBezTo>
                <a:cubicBezTo>
                  <a:pt x="252" y="343"/>
                  <a:pt x="254" y="340"/>
                  <a:pt x="257" y="337"/>
                </a:cubicBezTo>
                <a:cubicBezTo>
                  <a:pt x="259" y="333"/>
                  <a:pt x="263" y="330"/>
                  <a:pt x="268" y="326"/>
                </a:cubicBezTo>
                <a:cubicBezTo>
                  <a:pt x="273" y="322"/>
                  <a:pt x="279" y="318"/>
                  <a:pt x="287" y="313"/>
                </a:cubicBezTo>
                <a:cubicBezTo>
                  <a:pt x="293" y="308"/>
                  <a:pt x="298" y="304"/>
                  <a:pt x="303" y="299"/>
                </a:cubicBezTo>
                <a:cubicBezTo>
                  <a:pt x="307" y="295"/>
                  <a:pt x="310" y="292"/>
                  <a:pt x="313" y="287"/>
                </a:cubicBezTo>
                <a:cubicBezTo>
                  <a:pt x="316" y="283"/>
                  <a:pt x="319" y="278"/>
                  <a:pt x="320" y="273"/>
                </a:cubicBezTo>
                <a:cubicBezTo>
                  <a:pt x="322" y="268"/>
                  <a:pt x="322" y="262"/>
                  <a:pt x="322" y="255"/>
                </a:cubicBezTo>
                <a:cubicBezTo>
                  <a:pt x="322" y="249"/>
                  <a:pt x="321" y="243"/>
                  <a:pt x="318" y="238"/>
                </a:cubicBezTo>
                <a:cubicBezTo>
                  <a:pt x="316" y="232"/>
                  <a:pt x="313" y="227"/>
                  <a:pt x="309" y="224"/>
                </a:cubicBezTo>
                <a:cubicBezTo>
                  <a:pt x="305" y="220"/>
                  <a:pt x="300" y="218"/>
                  <a:pt x="295" y="216"/>
                </a:cubicBezTo>
                <a:cubicBezTo>
                  <a:pt x="289" y="214"/>
                  <a:pt x="283" y="213"/>
                  <a:pt x="277" y="213"/>
                </a:cubicBezTo>
                <a:close/>
              </a:path>
            </a:pathLst>
          </a:custGeom>
          <a:solidFill>
            <a:srgbClr val="80808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spc="-80" dirty="0">
              <a:solidFill>
                <a:srgbClr val="5F5F5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49DF572E-C8EC-6069-91CF-2B397BB35C91}"/>
              </a:ext>
            </a:extLst>
          </p:cNvPr>
          <p:cNvSpPr/>
          <p:nvPr/>
        </p:nvSpPr>
        <p:spPr>
          <a:xfrm>
            <a:off x="122248" y="1814526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1AE834D-9D37-0B0D-7CD1-5FD2FE6EFCE1}"/>
              </a:ext>
            </a:extLst>
          </p:cNvPr>
          <p:cNvCxnSpPr>
            <a:cxnSpLocks/>
          </p:cNvCxnSpPr>
          <p:nvPr/>
        </p:nvCxnSpPr>
        <p:spPr>
          <a:xfrm>
            <a:off x="233918" y="4345148"/>
            <a:ext cx="0" cy="10854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타원 40">
            <a:extLst>
              <a:ext uri="{FF2B5EF4-FFF2-40B4-BE49-F238E27FC236}">
                <a16:creationId xmlns:a16="http://schemas.microsoft.com/office/drawing/2014/main" id="{607E5800-0B6C-E8A0-B989-F12512547585}"/>
              </a:ext>
            </a:extLst>
          </p:cNvPr>
          <p:cNvSpPr/>
          <p:nvPr/>
        </p:nvSpPr>
        <p:spPr>
          <a:xfrm>
            <a:off x="127628" y="4758152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BAF6D88-EABA-F27C-AD70-8E65911EF737}"/>
              </a:ext>
            </a:extLst>
          </p:cNvPr>
          <p:cNvGrpSpPr/>
          <p:nvPr/>
        </p:nvGrpSpPr>
        <p:grpSpPr>
          <a:xfrm>
            <a:off x="5357122" y="977182"/>
            <a:ext cx="2201656" cy="1223405"/>
            <a:chOff x="9288187" y="5618447"/>
            <a:chExt cx="2201656" cy="1223405"/>
          </a:xfrm>
        </p:grpSpPr>
        <p:sp>
          <p:nvSpPr>
            <p:cNvPr id="45" name="모서리가 둥근 직사각형 68">
              <a:extLst>
                <a:ext uri="{FF2B5EF4-FFF2-40B4-BE49-F238E27FC236}">
                  <a16:creationId xmlns:a16="http://schemas.microsoft.com/office/drawing/2014/main" id="{832A0127-60F1-3A6F-E522-04B2DEFF92C9}"/>
                </a:ext>
              </a:extLst>
            </p:cNvPr>
            <p:cNvSpPr/>
            <p:nvPr/>
          </p:nvSpPr>
          <p:spPr>
            <a:xfrm>
              <a:off x="9288190" y="5862795"/>
              <a:ext cx="2201653" cy="9790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0"/>
            <a:lstStyle/>
            <a:p>
              <a:pPr eaLnBrk="0" hangingPunct="0">
                <a:spcBef>
                  <a:spcPct val="20000"/>
                </a:spcBef>
                <a:defRPr/>
              </a:pPr>
              <a:endParaRPr lang="ko-KR" altLang="en-US" sz="800" b="1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05A7B6D7-0BAE-0CB3-F71B-9998829415D1}"/>
                </a:ext>
              </a:extLst>
            </p:cNvPr>
            <p:cNvSpPr/>
            <p:nvPr/>
          </p:nvSpPr>
          <p:spPr>
            <a:xfrm>
              <a:off x="9442359" y="6007642"/>
              <a:ext cx="1893314" cy="268517"/>
            </a:xfrm>
            <a:prstGeom prst="rect">
              <a:avLst/>
            </a:prstGeom>
          </p:spPr>
          <p:txBody>
            <a:bodyPr wrap="square" lIns="0" tIns="72000" rIns="0" bIns="72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시작일이 종료일보다 클 수 없습니다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7" name="모서리가 둥근 직사각형 73">
              <a:extLst>
                <a:ext uri="{FF2B5EF4-FFF2-40B4-BE49-F238E27FC236}">
                  <a16:creationId xmlns:a16="http://schemas.microsoft.com/office/drawing/2014/main" id="{8325E040-4AA4-37B6-2936-041B5800858C}"/>
                </a:ext>
              </a:extLst>
            </p:cNvPr>
            <p:cNvSpPr/>
            <p:nvPr/>
          </p:nvSpPr>
          <p:spPr>
            <a:xfrm>
              <a:off x="10029016" y="6447791"/>
              <a:ext cx="720000" cy="229091"/>
            </a:xfrm>
            <a:prstGeom prst="roundRect">
              <a:avLst/>
            </a:prstGeom>
            <a:solidFill>
              <a:srgbClr val="808080">
                <a:lumMod val="20000"/>
                <a:lumOff val="80000"/>
              </a:srgbClr>
            </a:solidFill>
            <a:ln w="3175" algn="ctr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800" kern="0" spc="-7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확인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EB9AE05-E6FD-FAF3-84D7-DEFCD9885181}"/>
                </a:ext>
              </a:extLst>
            </p:cNvPr>
            <p:cNvSpPr txBox="1"/>
            <p:nvPr/>
          </p:nvSpPr>
          <p:spPr>
            <a:xfrm>
              <a:off x="9288187" y="5618447"/>
              <a:ext cx="2161141" cy="232165"/>
            </a:xfrm>
            <a:prstGeom prst="rect">
              <a:avLst/>
            </a:prstGeom>
            <a:noFill/>
          </p:spPr>
          <p:txBody>
            <a:bodyPr wrap="square" lIns="0" tIns="54000" rIns="0" bIns="54000" rtlCol="0">
              <a:spAutoFit/>
            </a:bodyPr>
            <a:lstStyle/>
            <a:p>
              <a:r>
                <a:rPr lang="en-US" altLang="ko-KR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2-1) </a:t>
              </a:r>
              <a:r>
                <a:rPr lang="ko-KR" altLang="en-US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기간설정 오류 </a:t>
              </a:r>
              <a:r>
                <a:rPr lang="en-US" altLang="ko-KR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Alert </a:t>
              </a:r>
              <a:r>
                <a:rPr lang="ko-KR" altLang="en-US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표시</a:t>
              </a:r>
              <a:endPara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2B518E34-C64D-B0B9-C7E4-BB9119D15A3D}"/>
              </a:ext>
            </a:extLst>
          </p:cNvPr>
          <p:cNvCxnSpPr>
            <a:cxnSpLocks/>
            <a:stCxn id="9" idx="0"/>
            <a:endCxn id="11" idx="1"/>
          </p:cNvCxnSpPr>
          <p:nvPr/>
        </p:nvCxnSpPr>
        <p:spPr>
          <a:xfrm rot="5400000" flipH="1" flipV="1">
            <a:off x="2703906" y="626880"/>
            <a:ext cx="175834" cy="1528733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B0ECF7D0-3CC8-1AC0-C1B8-4FE4946BD504}"/>
              </a:ext>
            </a:extLst>
          </p:cNvPr>
          <p:cNvCxnSpPr>
            <a:cxnSpLocks/>
            <a:stCxn id="30" idx="2"/>
            <a:endCxn id="45" idx="1"/>
          </p:cNvCxnSpPr>
          <p:nvPr/>
        </p:nvCxnSpPr>
        <p:spPr>
          <a:xfrm rot="5400000" flipH="1" flipV="1">
            <a:off x="4192824" y="900836"/>
            <a:ext cx="354078" cy="1974523"/>
          </a:xfrm>
          <a:prstGeom prst="bentConnector4">
            <a:avLst>
              <a:gd name="adj1" fmla="val -64562"/>
              <a:gd name="adj2" fmla="val 75106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FCF3CBC1-2D8D-B347-C7A8-5701D7DCD06E}"/>
              </a:ext>
            </a:extLst>
          </p:cNvPr>
          <p:cNvCxnSpPr>
            <a:cxnSpLocks/>
          </p:cNvCxnSpPr>
          <p:nvPr/>
        </p:nvCxnSpPr>
        <p:spPr>
          <a:xfrm>
            <a:off x="233918" y="2411803"/>
            <a:ext cx="0" cy="166875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>
            <a:extLst>
              <a:ext uri="{FF2B5EF4-FFF2-40B4-BE49-F238E27FC236}">
                <a16:creationId xmlns:a16="http://schemas.microsoft.com/office/drawing/2014/main" id="{3DD24C54-46E5-D04B-826C-DFC74164A1F0}"/>
              </a:ext>
            </a:extLst>
          </p:cNvPr>
          <p:cNvSpPr/>
          <p:nvPr/>
        </p:nvSpPr>
        <p:spPr>
          <a:xfrm>
            <a:off x="120648" y="3327377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F6CF7034-9259-5825-D1FE-D5615C8A3EF0}"/>
              </a:ext>
            </a:extLst>
          </p:cNvPr>
          <p:cNvGraphicFramePr>
            <a:graphicFrameLocks noGrp="1"/>
          </p:cNvGraphicFramePr>
          <p:nvPr/>
        </p:nvGraphicFramePr>
        <p:xfrm>
          <a:off x="6853337" y="5048255"/>
          <a:ext cx="2664000" cy="1600314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1456073203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160636413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실무자 정보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성명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이름을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전화번호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숫자만 입력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11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자리 제한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전화번호를 입력해 주세요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 주소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영문대문자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영문소문자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특수문자 입력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hlinkClick r:id="rId2"/>
                        </a:rPr>
                        <a:t>###@###.###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hlinkClick r:id="rId2"/>
                        </a:rPr>
                        <a:t>형식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검사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이메일을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023217"/>
                  </a:ext>
                </a:extLst>
              </a:tr>
            </a:tbl>
          </a:graphicData>
        </a:graphic>
      </p:graphicFrame>
      <p:sp>
        <p:nvSpPr>
          <p:cNvPr id="67" name="TextBox 66">
            <a:extLst>
              <a:ext uri="{FF2B5EF4-FFF2-40B4-BE49-F238E27FC236}">
                <a16:creationId xmlns:a16="http://schemas.microsoft.com/office/drawing/2014/main" id="{365398AD-EE20-9116-0ADD-76A83A5C3484}"/>
              </a:ext>
            </a:extLst>
          </p:cNvPr>
          <p:cNvSpPr txBox="1"/>
          <p:nvPr/>
        </p:nvSpPr>
        <p:spPr>
          <a:xfrm>
            <a:off x="2359919" y="1490265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95EC96-B014-2C12-BF43-629BFC4DC7C7}"/>
              </a:ext>
            </a:extLst>
          </p:cNvPr>
          <p:cNvSpPr txBox="1"/>
          <p:nvPr/>
        </p:nvSpPr>
        <p:spPr>
          <a:xfrm>
            <a:off x="3826769" y="1826815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721CEB4-10EA-4B0A-DEF6-94A9399B304B}"/>
              </a:ext>
            </a:extLst>
          </p:cNvPr>
          <p:cNvSpPr txBox="1"/>
          <p:nvPr/>
        </p:nvSpPr>
        <p:spPr>
          <a:xfrm>
            <a:off x="5782569" y="2487215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F8D053-359B-2BA3-B4B4-2ECFA3F8412B}"/>
              </a:ext>
            </a:extLst>
          </p:cNvPr>
          <p:cNvSpPr txBox="1"/>
          <p:nvPr/>
        </p:nvSpPr>
        <p:spPr>
          <a:xfrm>
            <a:off x="5782569" y="3145122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AEBD02-A613-CDA2-9436-7E957FE6F621}"/>
              </a:ext>
            </a:extLst>
          </p:cNvPr>
          <p:cNvSpPr txBox="1"/>
          <p:nvPr/>
        </p:nvSpPr>
        <p:spPr>
          <a:xfrm>
            <a:off x="5782569" y="3474364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BA29800-8428-AE39-8FCE-E930781F09C7}"/>
              </a:ext>
            </a:extLst>
          </p:cNvPr>
          <p:cNvSpPr txBox="1"/>
          <p:nvPr/>
        </p:nvSpPr>
        <p:spPr>
          <a:xfrm>
            <a:off x="5782569" y="3785131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4792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42E29-767D-31BC-3466-909BD0115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DF5EF37-5116-2657-8E2D-DDE007D59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신청자 등록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C97072-2A98-B52F-686E-98DBB569F0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Home &gt; </a:t>
            </a:r>
            <a:r>
              <a:rPr lang="ko-KR" altLang="en-US" dirty="0"/>
              <a:t>시설대관 관리</a:t>
            </a:r>
            <a:r>
              <a:rPr lang="en-US" altLang="ko-KR" dirty="0"/>
              <a:t>(A)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신청자 목록 </a:t>
            </a:r>
            <a:r>
              <a:rPr lang="en-US" altLang="ko-KR" dirty="0"/>
              <a:t>&gt; </a:t>
            </a:r>
            <a:r>
              <a:rPr lang="ko-KR" altLang="en-US" dirty="0"/>
              <a:t>등록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526C8D6B-7C72-B319-656C-AF14FBDD4B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algn="ctr"/>
            <a:r>
              <a:rPr lang="af-ZA" altLang="ko-KR" dirty="0"/>
              <a:t>FL02-002</a:t>
            </a:r>
            <a:endParaRPr lang="en-US" altLang="ko-KR" dirty="0"/>
          </a:p>
        </p:txBody>
      </p:sp>
      <p:graphicFrame>
        <p:nvGraphicFramePr>
          <p:cNvPr id="105" name="Group 160">
            <a:extLst>
              <a:ext uri="{FF2B5EF4-FFF2-40B4-BE49-F238E27FC236}">
                <a16:creationId xmlns:a16="http://schemas.microsoft.com/office/drawing/2014/main" id="{F9BDABF4-D5C0-07E0-2515-6D4195495878}"/>
              </a:ext>
            </a:extLst>
          </p:cNvPr>
          <p:cNvGraphicFramePr>
            <a:graphicFrameLocks noGrp="1"/>
          </p:cNvGraphicFramePr>
          <p:nvPr/>
        </p:nvGraphicFramePr>
        <p:xfrm>
          <a:off x="9521825" y="436797"/>
          <a:ext cx="2664000" cy="4647793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</a:p>
                  </a:txBody>
                  <a:tcPr marL="83041" marR="83041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700" b="1" i="0" u="none" strike="noStrike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시설대관 관리</a:t>
                      </a:r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(A)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  <a:r>
                        <a:rPr lang="en-US" altLang="ko-KR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신청자 목록 </a:t>
                      </a:r>
                      <a:r>
                        <a:rPr lang="en-US" altLang="ko-KR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lang="ko-KR" altLang="en-US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</a:t>
                      </a:r>
                      <a:endParaRPr lang="en-US" altLang="ko-KR" sz="8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신청자 현황 승인</a:t>
                      </a:r>
                      <a:r>
                        <a:rPr lang="en-US" altLang="ko-KR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대관이동</a:t>
                      </a:r>
                      <a:r>
                        <a:rPr lang="en-US" altLang="ko-KR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반려</a:t>
                      </a:r>
                      <a:r>
                        <a:rPr lang="en-US" altLang="ko-KR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취소 관리</a:t>
                      </a:r>
                      <a:endParaRPr lang="en-US" altLang="ko-KR" sz="800" b="0" i="0" u="none" strike="noStrike" kern="1200" baseline="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 상태</a:t>
                      </a:r>
                      <a:r>
                        <a:rPr lang="en-US" altLang="ko-KR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확정상태 설정 영역</a:t>
                      </a:r>
                      <a:endParaRPr lang="en-US" altLang="ko-KR" sz="800" b="0" i="0" u="none" strike="noStrike" kern="1200" baseline="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공통영역 ‘관리자페이지 중복기능 통합 가이드’ </a:t>
                      </a:r>
                      <a:r>
                        <a:rPr lang="en-US" altLang="ko-KR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p.4</a:t>
                      </a:r>
                    </a:p>
                  </a:txBody>
                  <a:tcPr marL="72000" marR="36000" marT="72000" marB="72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5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예약현황 여부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Select List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Select List : 1-1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참고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승인 대기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홀더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비고를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0651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 상태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Select List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 현황 선택 값이 승인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조건부승인 일 경우 해당 영역 활성화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Select List : 3-1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참고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입금대기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0293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홀더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비고를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1381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 초기화 버튼</a:t>
                      </a:r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 초기화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입력한 등록 정보 초기값으로 변경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464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 버튼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필수 값 유효성 검사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 값 미 입력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 입력 항목 우측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경고문구 표시 및 해당 영역으로 이동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중복일 경우 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최상단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우선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 값 입력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 정보 저장 후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Alert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’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 완료되었습니다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.’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 클릭 시 목록페이지로 이동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33361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버튼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목록 페이지로 이동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307793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5F9D3D7C-9E27-FBF5-75EF-AD57EC44C97E}"/>
              </a:ext>
            </a:extLst>
          </p:cNvPr>
          <p:cNvSpPr/>
          <p:nvPr/>
        </p:nvSpPr>
        <p:spPr>
          <a:xfrm>
            <a:off x="4297273" y="4008548"/>
            <a:ext cx="823795" cy="2790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저장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679B49C-D9C0-CC24-77DB-18C7FF655255}"/>
              </a:ext>
            </a:extLst>
          </p:cNvPr>
          <p:cNvSpPr/>
          <p:nvPr/>
        </p:nvSpPr>
        <p:spPr>
          <a:xfrm>
            <a:off x="5196971" y="4008549"/>
            <a:ext cx="823795" cy="2790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목록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1C607FB-F12A-9465-1BFD-4CB3D6D0F4CD}"/>
              </a:ext>
            </a:extLst>
          </p:cNvPr>
          <p:cNvSpPr/>
          <p:nvPr/>
        </p:nvSpPr>
        <p:spPr>
          <a:xfrm>
            <a:off x="3397575" y="4008548"/>
            <a:ext cx="823795" cy="2790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초기화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F4D29049-BAAF-018C-5916-BE7A10C93AA8}"/>
              </a:ext>
            </a:extLst>
          </p:cNvPr>
          <p:cNvSpPr/>
          <p:nvPr/>
        </p:nvSpPr>
        <p:spPr>
          <a:xfrm>
            <a:off x="3268218" y="3899701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E95F43-F215-EB8F-1E0F-087D66924F69}"/>
              </a:ext>
            </a:extLst>
          </p:cNvPr>
          <p:cNvSpPr txBox="1"/>
          <p:nvPr/>
        </p:nvSpPr>
        <p:spPr>
          <a:xfrm>
            <a:off x="362465" y="659025"/>
            <a:ext cx="14457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예약 상태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4590A8A-8D4F-1D33-7C09-56C02A9C6A75}"/>
              </a:ext>
            </a:extLst>
          </p:cNvPr>
          <p:cNvGraphicFramePr>
            <a:graphicFrameLocks noGrp="1"/>
          </p:cNvGraphicFramePr>
          <p:nvPr/>
        </p:nvGraphicFramePr>
        <p:xfrm>
          <a:off x="362465" y="905775"/>
          <a:ext cx="8690919" cy="1246218"/>
        </p:xfrm>
        <a:graphic>
          <a:graphicData uri="http://schemas.openxmlformats.org/drawingml/2006/table">
            <a:tbl>
              <a:tblPr firstRow="1" bandRow="1"/>
              <a:tblGrid>
                <a:gridCol w="130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 현황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0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17356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5C10C6C-4A0A-A8FC-E4A9-250DC64F3865}"/>
              </a:ext>
            </a:extLst>
          </p:cNvPr>
          <p:cNvSpPr txBox="1"/>
          <p:nvPr/>
        </p:nvSpPr>
        <p:spPr>
          <a:xfrm>
            <a:off x="361305" y="2356282"/>
            <a:ext cx="14457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확정 상태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31CADA1-245C-870B-291E-1CD09FD53129}"/>
              </a:ext>
            </a:extLst>
          </p:cNvPr>
          <p:cNvGraphicFramePr>
            <a:graphicFrameLocks noGrp="1"/>
          </p:cNvGraphicFramePr>
          <p:nvPr/>
        </p:nvGraphicFramePr>
        <p:xfrm>
          <a:off x="361305" y="2603032"/>
          <a:ext cx="8690919" cy="1217357"/>
        </p:xfrm>
        <a:graphic>
          <a:graphicData uri="http://schemas.openxmlformats.org/drawingml/2006/table">
            <a:tbl>
              <a:tblPr firstRow="1" bandRow="1"/>
              <a:tblGrid>
                <a:gridCol w="130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확정 상태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1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6DC1C52C-EEE7-7064-1401-12F5C0178C07}"/>
              </a:ext>
            </a:extLst>
          </p:cNvPr>
          <p:cNvGrpSpPr/>
          <p:nvPr/>
        </p:nvGrpSpPr>
        <p:grpSpPr>
          <a:xfrm>
            <a:off x="1759283" y="2621452"/>
            <a:ext cx="567933" cy="307299"/>
            <a:chOff x="1249583" y="948238"/>
            <a:chExt cx="567933" cy="30729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C924256-4243-CC36-A88A-756F67B484A5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입급대기</a:t>
              </a:r>
              <a:endPara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9B1B70-1E62-3369-DD74-63A19B85FA67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B11E29A-F770-6DD7-DE27-65F31E7008BB}"/>
              </a:ext>
            </a:extLst>
          </p:cNvPr>
          <p:cNvGrpSpPr/>
          <p:nvPr/>
        </p:nvGrpSpPr>
        <p:grpSpPr>
          <a:xfrm>
            <a:off x="1759283" y="912941"/>
            <a:ext cx="567933" cy="307299"/>
            <a:chOff x="1249583" y="948238"/>
            <a:chExt cx="567933" cy="307299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724FE37-D4F0-975D-1F29-19F1D3B595E3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승인 대기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61A409E-D091-2E7E-1981-926B7BF7F7E2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F8A268-6176-69E6-C5DD-4A515359580A}"/>
              </a:ext>
            </a:extLst>
          </p:cNvPr>
          <p:cNvSpPr/>
          <p:nvPr/>
        </p:nvSpPr>
        <p:spPr>
          <a:xfrm>
            <a:off x="1751355" y="2988391"/>
            <a:ext cx="3973804" cy="7645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비고를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6809AB-6358-C123-AB04-747795687971}"/>
              </a:ext>
            </a:extLst>
          </p:cNvPr>
          <p:cNvSpPr txBox="1"/>
          <p:nvPr/>
        </p:nvSpPr>
        <p:spPr>
          <a:xfrm>
            <a:off x="2394628" y="739198"/>
            <a:ext cx="626005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1 -1) Select List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AD5C5EE-7757-3080-E737-8B4E22625541}"/>
              </a:ext>
            </a:extLst>
          </p:cNvPr>
          <p:cNvSpPr/>
          <p:nvPr/>
        </p:nvSpPr>
        <p:spPr>
          <a:xfrm>
            <a:off x="2343744" y="2661351"/>
            <a:ext cx="824410" cy="34668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입금 대기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 확정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67561E-10EE-2883-13A0-86472D5AC6CC}"/>
              </a:ext>
            </a:extLst>
          </p:cNvPr>
          <p:cNvSpPr txBox="1"/>
          <p:nvPr/>
        </p:nvSpPr>
        <p:spPr>
          <a:xfrm>
            <a:off x="2388234" y="2448170"/>
            <a:ext cx="626005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3 -1) Select List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558D3C9A-A0F9-3783-8AB8-2C53DB884B86}"/>
              </a:ext>
            </a:extLst>
          </p:cNvPr>
          <p:cNvSpPr/>
          <p:nvPr/>
        </p:nvSpPr>
        <p:spPr>
          <a:xfrm>
            <a:off x="106043" y="945423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0CB78BE-E774-7B10-CFB9-564192963ADA}"/>
              </a:ext>
            </a:extLst>
          </p:cNvPr>
          <p:cNvSpPr/>
          <p:nvPr/>
        </p:nvSpPr>
        <p:spPr>
          <a:xfrm>
            <a:off x="106043" y="2694732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8C2B9FDC-0B20-FC0C-3F34-A2E72CF52F31}"/>
              </a:ext>
            </a:extLst>
          </p:cNvPr>
          <p:cNvSpPr/>
          <p:nvPr/>
        </p:nvSpPr>
        <p:spPr>
          <a:xfrm>
            <a:off x="106043" y="3294603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A15BB534-614C-58D9-5124-8CE18DF2098A}"/>
              </a:ext>
            </a:extLst>
          </p:cNvPr>
          <p:cNvSpPr/>
          <p:nvPr/>
        </p:nvSpPr>
        <p:spPr>
          <a:xfrm>
            <a:off x="4211801" y="3899701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F2BA00E5-A2AE-5B71-A924-6D3917479001}"/>
              </a:ext>
            </a:extLst>
          </p:cNvPr>
          <p:cNvSpPr/>
          <p:nvPr/>
        </p:nvSpPr>
        <p:spPr>
          <a:xfrm>
            <a:off x="5155383" y="3899701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A2E2D02-6EEB-0A49-9BCA-00F8E9ED5016}"/>
              </a:ext>
            </a:extLst>
          </p:cNvPr>
          <p:cNvSpPr/>
          <p:nvPr/>
        </p:nvSpPr>
        <p:spPr>
          <a:xfrm>
            <a:off x="1736121" y="1298300"/>
            <a:ext cx="3973804" cy="7645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비고를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7D3989A-8E8D-3CF5-387E-3E8368827EE5}"/>
              </a:ext>
            </a:extLst>
          </p:cNvPr>
          <p:cNvSpPr/>
          <p:nvPr/>
        </p:nvSpPr>
        <p:spPr>
          <a:xfrm>
            <a:off x="2350138" y="952378"/>
            <a:ext cx="824410" cy="64549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승인 대기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불승인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승인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조건부  승인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취소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3C73E0A-C671-6625-C094-F69F4D60C7C0}"/>
              </a:ext>
            </a:extLst>
          </p:cNvPr>
          <p:cNvSpPr/>
          <p:nvPr/>
        </p:nvSpPr>
        <p:spPr>
          <a:xfrm>
            <a:off x="106043" y="1604077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1830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E817-F5E5-0A74-3FEE-375CA105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CA9236A6-5D9A-C746-2C38-46ACFBA6211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1303000" y="7938"/>
            <a:ext cx="889000" cy="215900"/>
          </a:xfrm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algn="ctr"/>
            <a:r>
              <a:rPr lang="af-ZA" altLang="ko-KR" dirty="0"/>
              <a:t>FL02-002</a:t>
            </a:r>
            <a:endParaRPr lang="en-US" altLang="ko-KR" dirty="0"/>
          </a:p>
        </p:txBody>
      </p:sp>
      <p:graphicFrame>
        <p:nvGraphicFramePr>
          <p:cNvPr id="105" name="Group 160">
            <a:extLst>
              <a:ext uri="{FF2B5EF4-FFF2-40B4-BE49-F238E27FC236}">
                <a16:creationId xmlns:a16="http://schemas.microsoft.com/office/drawing/2014/main" id="{B8170629-EC9D-AC9D-96CD-A6D3D4856007}"/>
              </a:ext>
            </a:extLst>
          </p:cNvPr>
          <p:cNvGraphicFramePr>
            <a:graphicFrameLocks noGrp="1"/>
          </p:cNvGraphicFramePr>
          <p:nvPr/>
        </p:nvGraphicFramePr>
        <p:xfrm>
          <a:off x="9521825" y="436797"/>
          <a:ext cx="2664000" cy="2751432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</a:p>
                  </a:txBody>
                  <a:tcPr marL="83041" marR="83041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700" b="1" i="0" u="none" strike="noStrike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시설대관 관리</a:t>
                      </a:r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(A)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  <a:r>
                        <a:rPr lang="en-US" altLang="ko-KR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신청자 목록 </a:t>
                      </a:r>
                      <a:r>
                        <a:rPr lang="en-US" altLang="ko-KR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lang="ko-KR" altLang="en-US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 </a:t>
                      </a:r>
                      <a:r>
                        <a:rPr lang="en-US" altLang="ko-KR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lang="ko-KR" altLang="en-US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 상태 영역</a:t>
                      </a:r>
                      <a:endParaRPr lang="en-US" altLang="ko-KR" sz="8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불승인</a:t>
                      </a:r>
                      <a:r>
                        <a:rPr lang="en-US" altLang="ko-KR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취소 선택 시 해당 영역 폼 변경</a:t>
                      </a:r>
                      <a:endParaRPr lang="en-US" altLang="ko-KR" sz="800" b="0" i="0" u="none" strike="noStrike" kern="1200" baseline="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36000" marT="72000" marB="72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56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불승인 사유 작성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예약상태의 선택 값이 불승인 일 경우 해당 영역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홀더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불승인사유를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해당영역 활성화된 상태에서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1-1)Alert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창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66686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취소 사유 작성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예약상태의 선택 값이 취소일 경우 해당 영역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홀더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미승인사유를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해당영역 활성화된 상태에서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버튼 클릭 시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2-1)Alert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창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63672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603C455-2B41-5F12-D093-E18CE1AEB95E}"/>
              </a:ext>
            </a:extLst>
          </p:cNvPr>
          <p:cNvSpPr txBox="1"/>
          <p:nvPr/>
        </p:nvSpPr>
        <p:spPr>
          <a:xfrm>
            <a:off x="362465" y="659025"/>
            <a:ext cx="14457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예약 상태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6D166C0-2293-E664-449F-E4BBE44EDE06}"/>
              </a:ext>
            </a:extLst>
          </p:cNvPr>
          <p:cNvGraphicFramePr>
            <a:graphicFrameLocks noGrp="1"/>
          </p:cNvGraphicFramePr>
          <p:nvPr/>
        </p:nvGraphicFramePr>
        <p:xfrm>
          <a:off x="362465" y="905775"/>
          <a:ext cx="8690919" cy="2278547"/>
        </p:xfrm>
        <a:graphic>
          <a:graphicData uri="http://schemas.openxmlformats.org/drawingml/2006/table">
            <a:tbl>
              <a:tblPr firstRow="1" bandRow="1"/>
              <a:tblGrid>
                <a:gridCol w="130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 현황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53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불승인사유 작성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9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184442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D8D328A6-3E2C-99F2-8A5F-6EC9E680CC7C}"/>
              </a:ext>
            </a:extLst>
          </p:cNvPr>
          <p:cNvGrpSpPr/>
          <p:nvPr/>
        </p:nvGrpSpPr>
        <p:grpSpPr>
          <a:xfrm>
            <a:off x="1759283" y="912941"/>
            <a:ext cx="567933" cy="307299"/>
            <a:chOff x="1249583" y="948238"/>
            <a:chExt cx="567933" cy="307299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3A1E795-2B86-E224-1B83-3B142ECBFF35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불승인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6E36922-F921-3DA3-6B57-6B561414E31F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18835CA-28D4-F8A8-9AE8-2D930509B9E0}"/>
              </a:ext>
            </a:extLst>
          </p:cNvPr>
          <p:cNvSpPr/>
          <p:nvPr/>
        </p:nvSpPr>
        <p:spPr>
          <a:xfrm>
            <a:off x="1751355" y="1287644"/>
            <a:ext cx="3973804" cy="7645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불승인 사유를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272F854-3F83-510B-CC7D-CDE027292528}"/>
              </a:ext>
            </a:extLst>
          </p:cNvPr>
          <p:cNvSpPr/>
          <p:nvPr/>
        </p:nvSpPr>
        <p:spPr>
          <a:xfrm>
            <a:off x="1751355" y="2360671"/>
            <a:ext cx="3973804" cy="7645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비고를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16ABF5BD-183D-A0A2-3D6F-42D238565D48}"/>
              </a:ext>
            </a:extLst>
          </p:cNvPr>
          <p:cNvSpPr/>
          <p:nvPr/>
        </p:nvSpPr>
        <p:spPr>
          <a:xfrm>
            <a:off x="106043" y="1576047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714E5D-E372-9E86-078A-8BB0BFDE2A93}"/>
              </a:ext>
            </a:extLst>
          </p:cNvPr>
          <p:cNvSpPr txBox="1"/>
          <p:nvPr/>
        </p:nvSpPr>
        <p:spPr>
          <a:xfrm>
            <a:off x="1801119" y="2042263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43EA13-AC27-5552-4548-CAB2868F14F3}"/>
              </a:ext>
            </a:extLst>
          </p:cNvPr>
          <p:cNvSpPr txBox="1"/>
          <p:nvPr/>
        </p:nvSpPr>
        <p:spPr>
          <a:xfrm>
            <a:off x="333559" y="3294504"/>
            <a:ext cx="14457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예약 상태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BA0B91E-3CAD-60AF-2B47-0A7A8658B2BA}"/>
              </a:ext>
            </a:extLst>
          </p:cNvPr>
          <p:cNvGraphicFramePr>
            <a:graphicFrameLocks noGrp="1"/>
          </p:cNvGraphicFramePr>
          <p:nvPr/>
        </p:nvGraphicFramePr>
        <p:xfrm>
          <a:off x="333559" y="3541254"/>
          <a:ext cx="8690919" cy="2278547"/>
        </p:xfrm>
        <a:graphic>
          <a:graphicData uri="http://schemas.openxmlformats.org/drawingml/2006/table">
            <a:tbl>
              <a:tblPr firstRow="1" bandRow="1"/>
              <a:tblGrid>
                <a:gridCol w="130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 현황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53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취소사유 작성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9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184442"/>
                  </a:ext>
                </a:extLst>
              </a:tr>
            </a:tbl>
          </a:graphicData>
        </a:graphic>
      </p:graphicFrame>
      <p:grpSp>
        <p:nvGrpSpPr>
          <p:cNvPr id="29" name="그룹 28">
            <a:extLst>
              <a:ext uri="{FF2B5EF4-FFF2-40B4-BE49-F238E27FC236}">
                <a16:creationId xmlns:a16="http://schemas.microsoft.com/office/drawing/2014/main" id="{0BF60189-79AC-990B-5C6B-ED3818B2BEC5}"/>
              </a:ext>
            </a:extLst>
          </p:cNvPr>
          <p:cNvGrpSpPr/>
          <p:nvPr/>
        </p:nvGrpSpPr>
        <p:grpSpPr>
          <a:xfrm>
            <a:off x="1730377" y="3548420"/>
            <a:ext cx="567933" cy="307299"/>
            <a:chOff x="1249583" y="948238"/>
            <a:chExt cx="567933" cy="307299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ED60BECB-6DA9-F4AE-8BC3-A5FC0F54E8A9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취소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3D4827F6-6266-A19A-37B1-0C3EB96E22E8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EA8D9E6-444E-EB50-2870-F8AEC5B4A14C}"/>
              </a:ext>
            </a:extLst>
          </p:cNvPr>
          <p:cNvSpPr/>
          <p:nvPr/>
        </p:nvSpPr>
        <p:spPr>
          <a:xfrm>
            <a:off x="1722449" y="3923123"/>
            <a:ext cx="3973804" cy="7645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취소 사유를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DB728C-5828-54FD-C208-D5B019B1115F}"/>
              </a:ext>
            </a:extLst>
          </p:cNvPr>
          <p:cNvSpPr/>
          <p:nvPr/>
        </p:nvSpPr>
        <p:spPr>
          <a:xfrm>
            <a:off x="1722449" y="4996150"/>
            <a:ext cx="3973804" cy="7645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비고를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B0C319C4-D973-0CA1-C3E9-557F8DFEB486}"/>
              </a:ext>
            </a:extLst>
          </p:cNvPr>
          <p:cNvSpPr/>
          <p:nvPr/>
        </p:nvSpPr>
        <p:spPr>
          <a:xfrm>
            <a:off x="77137" y="4285544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6CE480-DBA4-798A-F9B5-EE53BE1DCCA8}"/>
              </a:ext>
            </a:extLst>
          </p:cNvPr>
          <p:cNvSpPr txBox="1"/>
          <p:nvPr/>
        </p:nvSpPr>
        <p:spPr>
          <a:xfrm>
            <a:off x="1772213" y="4677742"/>
            <a:ext cx="1144621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ko-KR" altLang="en-US" sz="800" spc="-7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해당항목을 확인해 주세요</a:t>
            </a:r>
            <a:endParaRPr lang="en-US" altLang="ko-KR" sz="800" spc="-70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AEAC9C3-E55F-7F3F-58A2-703B4D0E58AA}"/>
              </a:ext>
            </a:extLst>
          </p:cNvPr>
          <p:cNvGrpSpPr/>
          <p:nvPr/>
        </p:nvGrpSpPr>
        <p:grpSpPr>
          <a:xfrm>
            <a:off x="6451389" y="1220240"/>
            <a:ext cx="2201656" cy="1223405"/>
            <a:chOff x="9288187" y="5618447"/>
            <a:chExt cx="2201656" cy="1223405"/>
          </a:xfrm>
        </p:grpSpPr>
        <p:sp>
          <p:nvSpPr>
            <p:cNvPr id="59" name="모서리가 둥근 직사각형 68">
              <a:extLst>
                <a:ext uri="{FF2B5EF4-FFF2-40B4-BE49-F238E27FC236}">
                  <a16:creationId xmlns:a16="http://schemas.microsoft.com/office/drawing/2014/main" id="{D66B8294-A3CB-8720-258B-71AB7AFA3686}"/>
                </a:ext>
              </a:extLst>
            </p:cNvPr>
            <p:cNvSpPr/>
            <p:nvPr/>
          </p:nvSpPr>
          <p:spPr>
            <a:xfrm>
              <a:off x="9288190" y="5862795"/>
              <a:ext cx="2201653" cy="9790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0"/>
            <a:lstStyle/>
            <a:p>
              <a:pPr eaLnBrk="0" hangingPunct="0">
                <a:spcBef>
                  <a:spcPct val="20000"/>
                </a:spcBef>
                <a:defRPr/>
              </a:pPr>
              <a:endParaRPr lang="ko-KR" altLang="en-US" sz="800" b="1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18D1F52-EF38-D98A-2DC6-790F347B42D5}"/>
                </a:ext>
              </a:extLst>
            </p:cNvPr>
            <p:cNvSpPr/>
            <p:nvPr/>
          </p:nvSpPr>
          <p:spPr>
            <a:xfrm>
              <a:off x="9442359" y="6007642"/>
              <a:ext cx="1893314" cy="268517"/>
            </a:xfrm>
            <a:prstGeom prst="rect">
              <a:avLst/>
            </a:prstGeom>
          </p:spPr>
          <p:txBody>
            <a:bodyPr wrap="square" lIns="0" tIns="72000" rIns="0" bIns="72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8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불승인 사유를 입력 해야 합니다</a:t>
              </a:r>
              <a:r>
                <a:rPr lang="en-US" altLang="ko-KR" sz="8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ko-KR" altLang="en-US" sz="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1" name="모서리가 둥근 직사각형 73">
              <a:extLst>
                <a:ext uri="{FF2B5EF4-FFF2-40B4-BE49-F238E27FC236}">
                  <a16:creationId xmlns:a16="http://schemas.microsoft.com/office/drawing/2014/main" id="{0AC2101B-429E-A70C-98C7-20BED4FA6955}"/>
                </a:ext>
              </a:extLst>
            </p:cNvPr>
            <p:cNvSpPr/>
            <p:nvPr/>
          </p:nvSpPr>
          <p:spPr>
            <a:xfrm>
              <a:off x="10029016" y="6447791"/>
              <a:ext cx="720000" cy="229091"/>
            </a:xfrm>
            <a:prstGeom prst="roundRect">
              <a:avLst/>
            </a:prstGeom>
            <a:solidFill>
              <a:srgbClr val="808080">
                <a:lumMod val="20000"/>
                <a:lumOff val="80000"/>
              </a:srgbClr>
            </a:solidFill>
            <a:ln w="3175" algn="ctr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800" kern="0" spc="-7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확인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8031CB-A8B8-8039-D1E4-CC28C3457AFE}"/>
                </a:ext>
              </a:extLst>
            </p:cNvPr>
            <p:cNvSpPr txBox="1"/>
            <p:nvPr/>
          </p:nvSpPr>
          <p:spPr>
            <a:xfrm>
              <a:off x="9288187" y="5618447"/>
              <a:ext cx="2161141" cy="232165"/>
            </a:xfrm>
            <a:prstGeom prst="rect">
              <a:avLst/>
            </a:prstGeom>
            <a:noFill/>
          </p:spPr>
          <p:txBody>
            <a:bodyPr wrap="square" lIns="0" tIns="54000" rIns="0" bIns="54000" rtlCol="0">
              <a:spAutoFit/>
            </a:bodyPr>
            <a:lstStyle/>
            <a:p>
              <a:r>
                <a:rPr lang="en-US" altLang="ko-KR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1-1) </a:t>
              </a:r>
              <a:r>
                <a:rPr lang="ko-KR" altLang="en-US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불승인 사유 </a:t>
              </a:r>
              <a:r>
                <a:rPr lang="en-US" altLang="ko-KR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Alert </a:t>
              </a:r>
              <a:r>
                <a:rPr lang="ko-KR" altLang="en-US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표시</a:t>
              </a:r>
              <a:endPara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B938AFA-3229-8320-C2BE-11DDA5FCF4A0}"/>
              </a:ext>
            </a:extLst>
          </p:cNvPr>
          <p:cNvGrpSpPr/>
          <p:nvPr/>
        </p:nvGrpSpPr>
        <p:grpSpPr>
          <a:xfrm>
            <a:off x="6451389" y="3956399"/>
            <a:ext cx="2201656" cy="1223405"/>
            <a:chOff x="9288187" y="5618447"/>
            <a:chExt cx="2201656" cy="1223405"/>
          </a:xfrm>
        </p:grpSpPr>
        <p:sp>
          <p:nvSpPr>
            <p:cNvPr id="43" name="모서리가 둥근 직사각형 68">
              <a:extLst>
                <a:ext uri="{FF2B5EF4-FFF2-40B4-BE49-F238E27FC236}">
                  <a16:creationId xmlns:a16="http://schemas.microsoft.com/office/drawing/2014/main" id="{4B9E0EF6-25C3-3803-6BAC-6F6E3770EC0A}"/>
                </a:ext>
              </a:extLst>
            </p:cNvPr>
            <p:cNvSpPr/>
            <p:nvPr/>
          </p:nvSpPr>
          <p:spPr>
            <a:xfrm>
              <a:off x="9288190" y="5862795"/>
              <a:ext cx="2201653" cy="9790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0"/>
            <a:lstStyle/>
            <a:p>
              <a:pPr eaLnBrk="0" hangingPunct="0">
                <a:spcBef>
                  <a:spcPct val="20000"/>
                </a:spcBef>
                <a:defRPr/>
              </a:pPr>
              <a:endParaRPr lang="ko-KR" altLang="en-US" sz="800" b="1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0015C05A-73AE-2FEC-1F1F-E9EB8F5E8A34}"/>
                </a:ext>
              </a:extLst>
            </p:cNvPr>
            <p:cNvSpPr/>
            <p:nvPr/>
          </p:nvSpPr>
          <p:spPr>
            <a:xfrm>
              <a:off x="9442359" y="6007642"/>
              <a:ext cx="1893314" cy="268517"/>
            </a:xfrm>
            <a:prstGeom prst="rect">
              <a:avLst/>
            </a:prstGeom>
          </p:spPr>
          <p:txBody>
            <a:bodyPr wrap="square" lIns="0" tIns="72000" rIns="0" bIns="72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8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취소 사유를 입력 해야 합니다</a:t>
              </a:r>
              <a:r>
                <a:rPr lang="en-US" altLang="ko-KR" sz="8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ko-KR" altLang="en-US" sz="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5" name="모서리가 둥근 직사각형 73">
              <a:extLst>
                <a:ext uri="{FF2B5EF4-FFF2-40B4-BE49-F238E27FC236}">
                  <a16:creationId xmlns:a16="http://schemas.microsoft.com/office/drawing/2014/main" id="{6DFF64BC-0F51-C731-D9B4-1811983D1BE2}"/>
                </a:ext>
              </a:extLst>
            </p:cNvPr>
            <p:cNvSpPr/>
            <p:nvPr/>
          </p:nvSpPr>
          <p:spPr>
            <a:xfrm>
              <a:off x="10029016" y="6447791"/>
              <a:ext cx="720000" cy="229091"/>
            </a:xfrm>
            <a:prstGeom prst="roundRect">
              <a:avLst/>
            </a:prstGeom>
            <a:solidFill>
              <a:srgbClr val="808080">
                <a:lumMod val="20000"/>
                <a:lumOff val="80000"/>
              </a:srgbClr>
            </a:solidFill>
            <a:ln w="3175" algn="ctr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800" kern="0" spc="-7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확인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E2C02D6-795C-113B-86FD-7B899AD9BC50}"/>
                </a:ext>
              </a:extLst>
            </p:cNvPr>
            <p:cNvSpPr txBox="1"/>
            <p:nvPr/>
          </p:nvSpPr>
          <p:spPr>
            <a:xfrm>
              <a:off x="9288187" y="5618447"/>
              <a:ext cx="2161141" cy="232165"/>
            </a:xfrm>
            <a:prstGeom prst="rect">
              <a:avLst/>
            </a:prstGeom>
            <a:noFill/>
          </p:spPr>
          <p:txBody>
            <a:bodyPr wrap="square" lIns="0" tIns="54000" rIns="0" bIns="54000" rtlCol="0">
              <a:spAutoFit/>
            </a:bodyPr>
            <a:lstStyle/>
            <a:p>
              <a:r>
                <a:rPr lang="en-US" altLang="ko-KR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2-1) </a:t>
              </a:r>
              <a:r>
                <a:rPr lang="ko-KR" altLang="en-US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취소 사유 </a:t>
              </a:r>
              <a:r>
                <a:rPr lang="en-US" altLang="ko-KR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Alert </a:t>
              </a:r>
              <a:r>
                <a:rPr lang="ko-KR" altLang="en-US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표시</a:t>
              </a:r>
              <a:endPara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1958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311E5-6977-8534-7458-9CD9896DB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9776128-0EA5-AF8F-45D2-CE8FE91FCB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신청자 수정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3E072F-BACD-E411-C01C-5DA3575EF2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Home &gt; </a:t>
            </a:r>
            <a:r>
              <a:rPr lang="ko-KR" altLang="en-US" dirty="0"/>
              <a:t>시설대관 관리</a:t>
            </a:r>
            <a:r>
              <a:rPr lang="en-US" altLang="ko-KR" dirty="0"/>
              <a:t>(A)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신청자 목록 </a:t>
            </a:r>
            <a:r>
              <a:rPr lang="en-US" altLang="ko-KR" dirty="0"/>
              <a:t>&gt; </a:t>
            </a:r>
            <a:r>
              <a:rPr lang="ko-KR" altLang="en-US" dirty="0"/>
              <a:t>수정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7B5F2767-D184-7D25-53E2-7AD2246360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algn="ctr"/>
            <a:r>
              <a:rPr lang="af-ZA" altLang="ko-KR" dirty="0"/>
              <a:t>FL02-003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DC03D-48D4-1362-749E-2C0CC150646F}"/>
              </a:ext>
            </a:extLst>
          </p:cNvPr>
          <p:cNvSpPr txBox="1"/>
          <p:nvPr/>
        </p:nvSpPr>
        <p:spPr>
          <a:xfrm>
            <a:off x="390956" y="874712"/>
            <a:ext cx="166834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20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신청자 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DE605-EF19-1A84-09EC-050DCAB70ECF}"/>
              </a:ext>
            </a:extLst>
          </p:cNvPr>
          <p:cNvSpPr txBox="1"/>
          <p:nvPr/>
        </p:nvSpPr>
        <p:spPr>
          <a:xfrm>
            <a:off x="7778837" y="887607"/>
            <a:ext cx="1713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🏚️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시설대관 관리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(A)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신청자 목록</a:t>
            </a:r>
          </a:p>
        </p:txBody>
      </p:sp>
      <p:graphicFrame>
        <p:nvGraphicFramePr>
          <p:cNvPr id="105" name="Group 160">
            <a:extLst>
              <a:ext uri="{FF2B5EF4-FFF2-40B4-BE49-F238E27FC236}">
                <a16:creationId xmlns:a16="http://schemas.microsoft.com/office/drawing/2014/main" id="{BDAAE5A5-D7C5-BBB4-EC27-C2A998ECE45B}"/>
              </a:ext>
            </a:extLst>
          </p:cNvPr>
          <p:cNvGraphicFramePr>
            <a:graphicFrameLocks noGrp="1"/>
          </p:cNvGraphicFramePr>
          <p:nvPr/>
        </p:nvGraphicFramePr>
        <p:xfrm>
          <a:off x="9521825" y="436797"/>
          <a:ext cx="2664000" cy="5185453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</a:p>
                  </a:txBody>
                  <a:tcPr marL="83041" marR="83041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700" b="1" i="0" u="none" strike="noStrike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시설대관 관리</a:t>
                      </a:r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(A)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  <a:r>
                        <a:rPr lang="en-US" altLang="ko-KR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신청자 목록 </a:t>
                      </a:r>
                      <a:r>
                        <a:rPr lang="en-US" altLang="ko-KR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lang="ko-KR" altLang="en-US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수정</a:t>
                      </a:r>
                      <a:endParaRPr lang="en-US" altLang="ko-KR" sz="8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신청자 현황 승인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대관이동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반려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취소 관리</a:t>
                      </a:r>
                      <a:endParaRPr lang="en-US" altLang="ko-KR" sz="8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저장된 값 출력</a:t>
                      </a:r>
                      <a:endParaRPr lang="en-US" altLang="ko-KR" sz="8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대관정보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대관자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대표자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정보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실무자 정보 </a:t>
                      </a:r>
                      <a:r>
                        <a:rPr lang="ko-KR" altLang="en-US" sz="800" b="0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수정력</a:t>
                      </a: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영역</a:t>
                      </a:r>
                      <a:endParaRPr lang="en-US" altLang="ko-KR" sz="8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공통영역 ‘관리자페이지 중복기능 통합 가이드’ </a:t>
                      </a:r>
                      <a:r>
                        <a:rPr lang="en-US" altLang="ko-KR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p.4</a:t>
                      </a:r>
                    </a:p>
                  </a:txBody>
                  <a:tcPr marL="72000" marR="36000" marT="72000" marB="72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56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시설 대관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Select List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선택시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‘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시설대관 관리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(A)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시설 대관  목록의 시설 대관 명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저장된 값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얘약기간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설정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날짜 범위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데이트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피커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출력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32400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8-1.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종료일이 시작일보다 크면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Alert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표시 </a:t>
                      </a: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0625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대관자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대표자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정보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단체명 또는 개인설명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이름을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단체 대표자 성명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이름을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전화번호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숫자만 입력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 11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자리 제한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\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전화번호를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 주소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영문대문자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영문소문자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특수문자 입력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##@##.##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형식 검사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이메일을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주소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주소를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endParaRPr kumimoji="1" lang="ko-KR" altLang="en-US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310997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F67506A4-1C06-FF80-359B-192B4F7C75B9}"/>
              </a:ext>
            </a:extLst>
          </p:cNvPr>
          <p:cNvGraphicFramePr>
            <a:graphicFrameLocks noGrp="1"/>
          </p:cNvGraphicFramePr>
          <p:nvPr/>
        </p:nvGraphicFramePr>
        <p:xfrm>
          <a:off x="354227" y="1448426"/>
          <a:ext cx="8690919" cy="662400"/>
        </p:xfrm>
        <a:graphic>
          <a:graphicData uri="http://schemas.openxmlformats.org/drawingml/2006/table">
            <a:tbl>
              <a:tblPr firstRow="1" bandRow="1"/>
              <a:tblGrid>
                <a:gridCol w="130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시설 대관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ko-KR" altLang="en-US" sz="800" b="1" kern="1200" spc="-50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 기간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D698680-A241-43CD-3002-68E53EF6DAA4}"/>
              </a:ext>
            </a:extLst>
          </p:cNvPr>
          <p:cNvSpPr txBox="1"/>
          <p:nvPr/>
        </p:nvSpPr>
        <p:spPr>
          <a:xfrm>
            <a:off x="362465" y="1154834"/>
            <a:ext cx="11190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대관 정보</a:t>
            </a: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B9B2FDD2-9249-32F5-AD8D-4D4975758801}"/>
              </a:ext>
            </a:extLst>
          </p:cNvPr>
          <p:cNvGraphicFramePr>
            <a:graphicFrameLocks noGrp="1"/>
          </p:cNvGraphicFramePr>
          <p:nvPr/>
        </p:nvGraphicFramePr>
        <p:xfrm>
          <a:off x="362465" y="2424562"/>
          <a:ext cx="8690919" cy="1656000"/>
        </p:xfrm>
        <a:graphic>
          <a:graphicData uri="http://schemas.openxmlformats.org/drawingml/2006/table">
            <a:tbl>
              <a:tblPr firstRow="1" bandRow="1"/>
              <a:tblGrid>
                <a:gridCol w="130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단체명 또는 개인 성명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ko-KR" altLang="en-US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단체 대표자 성명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전화번호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 주소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724567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주소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＊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403550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2E7192BD-3A3A-AC93-B3D2-D21CEEB1612D}"/>
              </a:ext>
            </a:extLst>
          </p:cNvPr>
          <p:cNvSpPr/>
          <p:nvPr/>
        </p:nvSpPr>
        <p:spPr>
          <a:xfrm>
            <a:off x="1751356" y="2479973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김돌쇠</a:t>
            </a:r>
            <a:endParaRPr lang="ko-KR" altLang="en-US" sz="8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EF9451F-5B6F-1F61-7E47-4F39FDCC9D6F}"/>
              </a:ext>
            </a:extLst>
          </p:cNvPr>
          <p:cNvSpPr/>
          <p:nvPr/>
        </p:nvSpPr>
        <p:spPr>
          <a:xfrm>
            <a:off x="1751355" y="2804022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박대표</a:t>
            </a:r>
            <a:endParaRPr lang="ko-KR" altLang="en-US" sz="8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E5C25482-8118-2313-C738-38A0232438AF}"/>
              </a:ext>
            </a:extLst>
          </p:cNvPr>
          <p:cNvSpPr/>
          <p:nvPr/>
        </p:nvSpPr>
        <p:spPr>
          <a:xfrm>
            <a:off x="122248" y="1496656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F89D159-3B5A-527D-CA29-D07B2CDF69A4}"/>
              </a:ext>
            </a:extLst>
          </p:cNvPr>
          <p:cNvGrpSpPr/>
          <p:nvPr/>
        </p:nvGrpSpPr>
        <p:grpSpPr>
          <a:xfrm>
            <a:off x="1750851" y="1437801"/>
            <a:ext cx="1244216" cy="307299"/>
            <a:chOff x="1249583" y="948238"/>
            <a:chExt cx="1244216" cy="30729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3D9E90B-6C31-6233-3039-DC9B69449E1E}"/>
                </a:ext>
              </a:extLst>
            </p:cNvPr>
            <p:cNvSpPr/>
            <p:nvPr/>
          </p:nvSpPr>
          <p:spPr>
            <a:xfrm>
              <a:off x="1249583" y="989600"/>
              <a:ext cx="1215159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 파랑아트홀  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1C0B5AF-868D-AFEF-F309-368BBCFC57B5}"/>
                </a:ext>
              </a:extLst>
            </p:cNvPr>
            <p:cNvSpPr/>
            <p:nvPr/>
          </p:nvSpPr>
          <p:spPr>
            <a:xfrm>
              <a:off x="2315084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B05CC79-D50C-528B-5235-3FC434FE638E}"/>
              </a:ext>
            </a:extLst>
          </p:cNvPr>
          <p:cNvGrpSpPr/>
          <p:nvPr/>
        </p:nvGrpSpPr>
        <p:grpSpPr>
          <a:xfrm>
            <a:off x="3639486" y="688151"/>
            <a:ext cx="1419310" cy="1028967"/>
            <a:chOff x="2462661" y="709091"/>
            <a:chExt cx="1419310" cy="102896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6FB6816-3D82-22B0-F819-5830237FCB53}"/>
                </a:ext>
              </a:extLst>
            </p:cNvPr>
            <p:cNvSpPr/>
            <p:nvPr/>
          </p:nvSpPr>
          <p:spPr>
            <a:xfrm>
              <a:off x="2468400" y="910480"/>
              <a:ext cx="1111563" cy="8275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파랑아트홀</a:t>
              </a:r>
              <a:b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800" spc="-8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노랑아트홀</a:t>
              </a:r>
              <a:b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800" spc="-8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검정아트홀</a:t>
              </a:r>
              <a:b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800" spc="-8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야외공연장</a:t>
              </a:r>
              <a:b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800" spc="-8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노랑아트홀</a:t>
              </a:r>
              <a:br>
                <a:rPr lang="en-US" altLang="ko-KR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⋮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CCB9AD3-99AC-15A9-550F-F46407FAFEF4}"/>
                </a:ext>
              </a:extLst>
            </p:cNvPr>
            <p:cNvSpPr txBox="1"/>
            <p:nvPr/>
          </p:nvSpPr>
          <p:spPr>
            <a:xfrm>
              <a:off x="2462661" y="709091"/>
              <a:ext cx="1419310" cy="232165"/>
            </a:xfrm>
            <a:prstGeom prst="rect">
              <a:avLst/>
            </a:prstGeom>
            <a:noFill/>
          </p:spPr>
          <p:txBody>
            <a:bodyPr wrap="square" lIns="0" tIns="54000" rIns="0" bIns="54000" rtlCol="0">
              <a:spAutoFit/>
            </a:bodyPr>
            <a:lstStyle/>
            <a:p>
              <a:r>
                <a:rPr lang="en-US" altLang="ko-KR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1-1) Select List </a:t>
              </a:r>
              <a:r>
                <a:rPr lang="ko-KR" altLang="en-US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시설대관 목록</a:t>
              </a:r>
              <a:endPara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E4A4E60-3B14-F7A6-035D-6D97EFE7D337}"/>
              </a:ext>
            </a:extLst>
          </p:cNvPr>
          <p:cNvSpPr/>
          <p:nvPr/>
        </p:nvSpPr>
        <p:spPr>
          <a:xfrm>
            <a:off x="1751355" y="3136585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010-1111-1111	</a:t>
            </a:r>
            <a:endParaRPr lang="ko-KR" altLang="en-US" sz="8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AD8105-BE78-ECE2-5681-03FCBC909124}"/>
              </a:ext>
            </a:extLst>
          </p:cNvPr>
          <p:cNvSpPr/>
          <p:nvPr/>
        </p:nvSpPr>
        <p:spPr>
          <a:xfrm>
            <a:off x="1751355" y="3466193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abc@abc.abc</a:t>
            </a:r>
            <a:endParaRPr lang="ko-KR" altLang="en-US" sz="8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CDDCCE-4AE7-7A46-126C-5BC2BCC6C112}"/>
              </a:ext>
            </a:extLst>
          </p:cNvPr>
          <p:cNvSpPr/>
          <p:nvPr/>
        </p:nvSpPr>
        <p:spPr>
          <a:xfrm>
            <a:off x="1751355" y="3795801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 특별시 </a:t>
            </a:r>
            <a:r>
              <a:rPr lang="ko-KR" altLang="en-US" sz="800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어디구</a:t>
            </a:r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어디동</a:t>
            </a:r>
            <a:endParaRPr lang="ko-KR" altLang="en-US" sz="8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D779124-82AF-94C7-6380-B5FD6341BA17}"/>
              </a:ext>
            </a:extLst>
          </p:cNvPr>
          <p:cNvGraphicFramePr>
            <a:graphicFrameLocks noGrp="1"/>
          </p:cNvGraphicFramePr>
          <p:nvPr/>
        </p:nvGraphicFramePr>
        <p:xfrm>
          <a:off x="362465" y="4384624"/>
          <a:ext cx="8690919" cy="993600"/>
        </p:xfrm>
        <a:graphic>
          <a:graphicData uri="http://schemas.openxmlformats.org/drawingml/2006/table">
            <a:tbl>
              <a:tblPr firstRow="1" bandRow="1"/>
              <a:tblGrid>
                <a:gridCol w="130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성명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전화번호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 주소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3F96C326-EF0A-E4C1-386D-AA427F252B98}"/>
              </a:ext>
            </a:extLst>
          </p:cNvPr>
          <p:cNvSpPr/>
          <p:nvPr/>
        </p:nvSpPr>
        <p:spPr>
          <a:xfrm>
            <a:off x="1751355" y="4435346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진사과</a:t>
            </a:r>
            <a:endParaRPr lang="ko-KR" altLang="en-US" sz="8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EF347F-333F-8847-3F6A-F7C3A37D1BFD}"/>
              </a:ext>
            </a:extLst>
          </p:cNvPr>
          <p:cNvSpPr/>
          <p:nvPr/>
        </p:nvSpPr>
        <p:spPr>
          <a:xfrm>
            <a:off x="1751355" y="4764953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010-1234-1234	</a:t>
            </a:r>
            <a:endParaRPr lang="ko-KR" altLang="en-US" sz="8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114E286-9358-7D7D-676E-EF830709CDB2}"/>
              </a:ext>
            </a:extLst>
          </p:cNvPr>
          <p:cNvSpPr/>
          <p:nvPr/>
        </p:nvSpPr>
        <p:spPr>
          <a:xfrm>
            <a:off x="1751355" y="5094559"/>
            <a:ext cx="3973804" cy="23065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aaa@bbb.ccc</a:t>
            </a:r>
            <a:endParaRPr lang="ko-KR" altLang="en-US" sz="8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44A09A-BBB0-A670-C75F-DB67E35EB062}"/>
              </a:ext>
            </a:extLst>
          </p:cNvPr>
          <p:cNvSpPr/>
          <p:nvPr/>
        </p:nvSpPr>
        <p:spPr>
          <a:xfrm>
            <a:off x="2661721" y="1827979"/>
            <a:ext cx="275556" cy="23065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</a:t>
            </a:r>
            <a:endParaRPr lang="ko-KR" altLang="en-US" sz="8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D89572-DED5-C0AF-8626-D3F16E1CF718}"/>
              </a:ext>
            </a:extLst>
          </p:cNvPr>
          <p:cNvSpPr txBox="1"/>
          <p:nvPr/>
        </p:nvSpPr>
        <p:spPr>
          <a:xfrm>
            <a:off x="362465" y="2171431"/>
            <a:ext cx="14457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spc="-5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대관자</a:t>
            </a:r>
            <a:r>
              <a:rPr lang="en-US" altLang="ko-KR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대표자</a:t>
            </a:r>
            <a:r>
              <a:rPr lang="en-US" altLang="ko-KR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F78F74-DB31-9FED-D47D-7F05E812D594}"/>
              </a:ext>
            </a:extLst>
          </p:cNvPr>
          <p:cNvSpPr txBox="1"/>
          <p:nvPr/>
        </p:nvSpPr>
        <p:spPr>
          <a:xfrm>
            <a:off x="362465" y="4137874"/>
            <a:ext cx="14457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spc="-5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실무자 정보</a:t>
            </a:r>
            <a:endParaRPr lang="ko-KR" altLang="en-US" sz="1050" b="1" spc="-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 Box">
            <a:extLst>
              <a:ext uri="{FF2B5EF4-FFF2-40B4-BE49-F238E27FC236}">
                <a16:creationId xmlns:a16="http://schemas.microsoft.com/office/drawing/2014/main" id="{09B2A768-E82E-BBEB-1B4A-7F8F808CDA49}"/>
              </a:ext>
            </a:extLst>
          </p:cNvPr>
          <p:cNvSpPr/>
          <p:nvPr/>
        </p:nvSpPr>
        <p:spPr>
          <a:xfrm>
            <a:off x="1757487" y="1824045"/>
            <a:ext cx="890673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ko-KR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2026.01.01</a:t>
            </a:r>
            <a:endParaRPr lang="en-US" sz="800" spc="-8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Date Picker Icon" descr="&lt;Tags&gt;&lt;SMARTRESIZEANCHORS&gt;None,None,None,Absolute&lt;/SMARTRESIZEANCHORS&gt;&lt;/Tags&gt;">
            <a:extLst>
              <a:ext uri="{FF2B5EF4-FFF2-40B4-BE49-F238E27FC236}">
                <a16:creationId xmlns:a16="http://schemas.microsoft.com/office/drawing/2014/main" id="{A3F6D018-9E2F-2FCD-5FB3-463FA804A4A2}"/>
              </a:ext>
            </a:extLst>
          </p:cNvPr>
          <p:cNvSpPr>
            <a:spLocks noEditPoints="1"/>
          </p:cNvSpPr>
          <p:nvPr/>
        </p:nvSpPr>
        <p:spPr bwMode="auto">
          <a:xfrm>
            <a:off x="2407419" y="1867532"/>
            <a:ext cx="177979" cy="154118"/>
          </a:xfrm>
          <a:custGeom>
            <a:avLst/>
            <a:gdLst>
              <a:gd name="T0" fmla="*/ 115 w 450"/>
              <a:gd name="T1" fmla="*/ 79 h 445"/>
              <a:gd name="T2" fmla="*/ 132 w 450"/>
              <a:gd name="T3" fmla="*/ 0 h 445"/>
              <a:gd name="T4" fmla="*/ 318 w 450"/>
              <a:gd name="T5" fmla="*/ 0 h 445"/>
              <a:gd name="T6" fmla="*/ 336 w 450"/>
              <a:gd name="T7" fmla="*/ 79 h 445"/>
              <a:gd name="T8" fmla="*/ 318 w 450"/>
              <a:gd name="T9" fmla="*/ 0 h 445"/>
              <a:gd name="T10" fmla="*/ 0 w 450"/>
              <a:gd name="T11" fmla="*/ 445 h 445"/>
              <a:gd name="T12" fmla="*/ 450 w 450"/>
              <a:gd name="T13" fmla="*/ 39 h 445"/>
              <a:gd name="T14" fmla="*/ 360 w 450"/>
              <a:gd name="T15" fmla="*/ 57 h 445"/>
              <a:gd name="T16" fmla="*/ 432 w 450"/>
              <a:gd name="T17" fmla="*/ 427 h 445"/>
              <a:gd name="T18" fmla="*/ 18 w 450"/>
              <a:gd name="T19" fmla="*/ 57 h 445"/>
              <a:gd name="T20" fmla="*/ 88 w 450"/>
              <a:gd name="T21" fmla="*/ 39 h 445"/>
              <a:gd name="T22" fmla="*/ 156 w 450"/>
              <a:gd name="T23" fmla="*/ 39 h 445"/>
              <a:gd name="T24" fmla="*/ 295 w 450"/>
              <a:gd name="T25" fmla="*/ 57 h 445"/>
              <a:gd name="T26" fmla="*/ 156 w 450"/>
              <a:gd name="T27" fmla="*/ 39 h 445"/>
              <a:gd name="T28" fmla="*/ 45 w 450"/>
              <a:gd name="T29" fmla="*/ 142 h 445"/>
              <a:gd name="T30" fmla="*/ 405 w 450"/>
              <a:gd name="T31" fmla="*/ 124 h 445"/>
              <a:gd name="T32" fmla="*/ 169 w 450"/>
              <a:gd name="T33" fmla="*/ 212 h 445"/>
              <a:gd name="T34" fmla="*/ 147 w 450"/>
              <a:gd name="T35" fmla="*/ 227 h 445"/>
              <a:gd name="T36" fmla="*/ 122 w 450"/>
              <a:gd name="T37" fmla="*/ 238 h 445"/>
              <a:gd name="T38" fmla="*/ 132 w 450"/>
              <a:gd name="T39" fmla="*/ 253 h 445"/>
              <a:gd name="T40" fmla="*/ 153 w 450"/>
              <a:gd name="T41" fmla="*/ 242 h 445"/>
              <a:gd name="T42" fmla="*/ 158 w 450"/>
              <a:gd name="T43" fmla="*/ 374 h 445"/>
              <a:gd name="T44" fmla="*/ 176 w 450"/>
              <a:gd name="T45" fmla="*/ 212 h 445"/>
              <a:gd name="T46" fmla="*/ 277 w 450"/>
              <a:gd name="T47" fmla="*/ 213 h 445"/>
              <a:gd name="T48" fmla="*/ 236 w 450"/>
              <a:gd name="T49" fmla="*/ 228 h 445"/>
              <a:gd name="T50" fmla="*/ 245 w 450"/>
              <a:gd name="T51" fmla="*/ 240 h 445"/>
              <a:gd name="T52" fmla="*/ 264 w 450"/>
              <a:gd name="T53" fmla="*/ 230 h 445"/>
              <a:gd name="T54" fmla="*/ 286 w 450"/>
              <a:gd name="T55" fmla="*/ 230 h 445"/>
              <a:gd name="T56" fmla="*/ 302 w 450"/>
              <a:gd name="T57" fmla="*/ 245 h 445"/>
              <a:gd name="T58" fmla="*/ 303 w 450"/>
              <a:gd name="T59" fmla="*/ 269 h 445"/>
              <a:gd name="T60" fmla="*/ 288 w 450"/>
              <a:gd name="T61" fmla="*/ 292 h 445"/>
              <a:gd name="T62" fmla="*/ 253 w 450"/>
              <a:gd name="T63" fmla="*/ 320 h 445"/>
              <a:gd name="T64" fmla="*/ 233 w 450"/>
              <a:gd name="T65" fmla="*/ 348 h 445"/>
              <a:gd name="T66" fmla="*/ 230 w 450"/>
              <a:gd name="T67" fmla="*/ 374 h 445"/>
              <a:gd name="T68" fmla="*/ 328 w 450"/>
              <a:gd name="T69" fmla="*/ 358 h 445"/>
              <a:gd name="T70" fmla="*/ 251 w 450"/>
              <a:gd name="T71" fmla="*/ 346 h 445"/>
              <a:gd name="T72" fmla="*/ 268 w 450"/>
              <a:gd name="T73" fmla="*/ 326 h 445"/>
              <a:gd name="T74" fmla="*/ 303 w 450"/>
              <a:gd name="T75" fmla="*/ 299 h 445"/>
              <a:gd name="T76" fmla="*/ 320 w 450"/>
              <a:gd name="T77" fmla="*/ 273 h 445"/>
              <a:gd name="T78" fmla="*/ 318 w 450"/>
              <a:gd name="T79" fmla="*/ 238 h 445"/>
              <a:gd name="T80" fmla="*/ 295 w 450"/>
              <a:gd name="T81" fmla="*/ 216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50" h="445">
                <a:moveTo>
                  <a:pt x="115" y="0"/>
                </a:moveTo>
                <a:lnTo>
                  <a:pt x="115" y="79"/>
                </a:lnTo>
                <a:lnTo>
                  <a:pt x="132" y="79"/>
                </a:lnTo>
                <a:lnTo>
                  <a:pt x="132" y="0"/>
                </a:lnTo>
                <a:lnTo>
                  <a:pt x="115" y="0"/>
                </a:lnTo>
                <a:close/>
                <a:moveTo>
                  <a:pt x="318" y="0"/>
                </a:moveTo>
                <a:lnTo>
                  <a:pt x="318" y="79"/>
                </a:lnTo>
                <a:lnTo>
                  <a:pt x="336" y="79"/>
                </a:lnTo>
                <a:lnTo>
                  <a:pt x="336" y="0"/>
                </a:lnTo>
                <a:lnTo>
                  <a:pt x="318" y="0"/>
                </a:lnTo>
                <a:close/>
                <a:moveTo>
                  <a:pt x="0" y="39"/>
                </a:moveTo>
                <a:lnTo>
                  <a:pt x="0" y="445"/>
                </a:lnTo>
                <a:lnTo>
                  <a:pt x="450" y="445"/>
                </a:lnTo>
                <a:lnTo>
                  <a:pt x="450" y="39"/>
                </a:lnTo>
                <a:lnTo>
                  <a:pt x="360" y="39"/>
                </a:lnTo>
                <a:lnTo>
                  <a:pt x="360" y="57"/>
                </a:lnTo>
                <a:lnTo>
                  <a:pt x="432" y="57"/>
                </a:lnTo>
                <a:lnTo>
                  <a:pt x="432" y="427"/>
                </a:lnTo>
                <a:lnTo>
                  <a:pt x="18" y="427"/>
                </a:lnTo>
                <a:lnTo>
                  <a:pt x="18" y="57"/>
                </a:lnTo>
                <a:lnTo>
                  <a:pt x="88" y="57"/>
                </a:lnTo>
                <a:lnTo>
                  <a:pt x="88" y="39"/>
                </a:lnTo>
                <a:lnTo>
                  <a:pt x="0" y="39"/>
                </a:lnTo>
                <a:close/>
                <a:moveTo>
                  <a:pt x="156" y="39"/>
                </a:moveTo>
                <a:lnTo>
                  <a:pt x="156" y="57"/>
                </a:lnTo>
                <a:lnTo>
                  <a:pt x="295" y="57"/>
                </a:lnTo>
                <a:lnTo>
                  <a:pt x="295" y="39"/>
                </a:lnTo>
                <a:lnTo>
                  <a:pt x="156" y="39"/>
                </a:lnTo>
                <a:close/>
                <a:moveTo>
                  <a:pt x="45" y="124"/>
                </a:moveTo>
                <a:lnTo>
                  <a:pt x="45" y="142"/>
                </a:lnTo>
                <a:lnTo>
                  <a:pt x="405" y="142"/>
                </a:lnTo>
                <a:lnTo>
                  <a:pt x="405" y="124"/>
                </a:lnTo>
                <a:lnTo>
                  <a:pt x="45" y="124"/>
                </a:lnTo>
                <a:close/>
                <a:moveTo>
                  <a:pt x="169" y="212"/>
                </a:moveTo>
                <a:cubicBezTo>
                  <a:pt x="167" y="215"/>
                  <a:pt x="163" y="217"/>
                  <a:pt x="160" y="219"/>
                </a:cubicBezTo>
                <a:cubicBezTo>
                  <a:pt x="156" y="222"/>
                  <a:pt x="152" y="225"/>
                  <a:pt x="147" y="227"/>
                </a:cubicBezTo>
                <a:cubicBezTo>
                  <a:pt x="143" y="229"/>
                  <a:pt x="139" y="231"/>
                  <a:pt x="134" y="233"/>
                </a:cubicBezTo>
                <a:cubicBezTo>
                  <a:pt x="130" y="235"/>
                  <a:pt x="126" y="237"/>
                  <a:pt x="122" y="238"/>
                </a:cubicBezTo>
                <a:lnTo>
                  <a:pt x="122" y="256"/>
                </a:lnTo>
                <a:cubicBezTo>
                  <a:pt x="125" y="255"/>
                  <a:pt x="129" y="254"/>
                  <a:pt x="132" y="253"/>
                </a:cubicBezTo>
                <a:cubicBezTo>
                  <a:pt x="136" y="251"/>
                  <a:pt x="140" y="249"/>
                  <a:pt x="143" y="247"/>
                </a:cubicBezTo>
                <a:cubicBezTo>
                  <a:pt x="146" y="246"/>
                  <a:pt x="150" y="244"/>
                  <a:pt x="153" y="242"/>
                </a:cubicBezTo>
                <a:cubicBezTo>
                  <a:pt x="155" y="240"/>
                  <a:pt x="156" y="238"/>
                  <a:pt x="158" y="237"/>
                </a:cubicBezTo>
                <a:lnTo>
                  <a:pt x="158" y="374"/>
                </a:lnTo>
                <a:lnTo>
                  <a:pt x="176" y="374"/>
                </a:lnTo>
                <a:lnTo>
                  <a:pt x="176" y="212"/>
                </a:lnTo>
                <a:lnTo>
                  <a:pt x="169" y="212"/>
                </a:lnTo>
                <a:close/>
                <a:moveTo>
                  <a:pt x="277" y="213"/>
                </a:moveTo>
                <a:cubicBezTo>
                  <a:pt x="268" y="213"/>
                  <a:pt x="260" y="214"/>
                  <a:pt x="254" y="217"/>
                </a:cubicBezTo>
                <a:cubicBezTo>
                  <a:pt x="248" y="219"/>
                  <a:pt x="241" y="223"/>
                  <a:pt x="236" y="228"/>
                </a:cubicBezTo>
                <a:lnTo>
                  <a:pt x="236" y="247"/>
                </a:lnTo>
                <a:cubicBezTo>
                  <a:pt x="239" y="245"/>
                  <a:pt x="242" y="242"/>
                  <a:pt x="245" y="240"/>
                </a:cubicBezTo>
                <a:cubicBezTo>
                  <a:pt x="248" y="237"/>
                  <a:pt x="251" y="235"/>
                  <a:pt x="254" y="233"/>
                </a:cubicBezTo>
                <a:cubicBezTo>
                  <a:pt x="257" y="232"/>
                  <a:pt x="260" y="231"/>
                  <a:pt x="264" y="230"/>
                </a:cubicBezTo>
                <a:cubicBezTo>
                  <a:pt x="267" y="229"/>
                  <a:pt x="271" y="228"/>
                  <a:pt x="274" y="228"/>
                </a:cubicBezTo>
                <a:cubicBezTo>
                  <a:pt x="278" y="228"/>
                  <a:pt x="282" y="229"/>
                  <a:pt x="286" y="230"/>
                </a:cubicBezTo>
                <a:cubicBezTo>
                  <a:pt x="289" y="231"/>
                  <a:pt x="293" y="233"/>
                  <a:pt x="295" y="235"/>
                </a:cubicBezTo>
                <a:cubicBezTo>
                  <a:pt x="298" y="237"/>
                  <a:pt x="300" y="241"/>
                  <a:pt x="302" y="245"/>
                </a:cubicBezTo>
                <a:cubicBezTo>
                  <a:pt x="303" y="248"/>
                  <a:pt x="303" y="252"/>
                  <a:pt x="303" y="257"/>
                </a:cubicBezTo>
                <a:cubicBezTo>
                  <a:pt x="303" y="261"/>
                  <a:pt x="304" y="266"/>
                  <a:pt x="303" y="269"/>
                </a:cubicBezTo>
                <a:cubicBezTo>
                  <a:pt x="302" y="273"/>
                  <a:pt x="300" y="277"/>
                  <a:pt x="297" y="281"/>
                </a:cubicBezTo>
                <a:cubicBezTo>
                  <a:pt x="295" y="285"/>
                  <a:pt x="291" y="289"/>
                  <a:pt x="288" y="292"/>
                </a:cubicBezTo>
                <a:cubicBezTo>
                  <a:pt x="284" y="296"/>
                  <a:pt x="279" y="300"/>
                  <a:pt x="273" y="304"/>
                </a:cubicBezTo>
                <a:cubicBezTo>
                  <a:pt x="265" y="310"/>
                  <a:pt x="259" y="315"/>
                  <a:pt x="253" y="320"/>
                </a:cubicBezTo>
                <a:cubicBezTo>
                  <a:pt x="248" y="324"/>
                  <a:pt x="243" y="329"/>
                  <a:pt x="240" y="334"/>
                </a:cubicBezTo>
                <a:cubicBezTo>
                  <a:pt x="237" y="339"/>
                  <a:pt x="234" y="343"/>
                  <a:pt x="233" y="348"/>
                </a:cubicBezTo>
                <a:cubicBezTo>
                  <a:pt x="231" y="353"/>
                  <a:pt x="230" y="360"/>
                  <a:pt x="230" y="367"/>
                </a:cubicBezTo>
                <a:lnTo>
                  <a:pt x="230" y="374"/>
                </a:lnTo>
                <a:lnTo>
                  <a:pt x="328" y="374"/>
                </a:lnTo>
                <a:lnTo>
                  <a:pt x="328" y="358"/>
                </a:lnTo>
                <a:lnTo>
                  <a:pt x="250" y="358"/>
                </a:lnTo>
                <a:cubicBezTo>
                  <a:pt x="250" y="353"/>
                  <a:pt x="250" y="349"/>
                  <a:pt x="251" y="346"/>
                </a:cubicBezTo>
                <a:cubicBezTo>
                  <a:pt x="252" y="343"/>
                  <a:pt x="254" y="340"/>
                  <a:pt x="257" y="337"/>
                </a:cubicBezTo>
                <a:cubicBezTo>
                  <a:pt x="259" y="333"/>
                  <a:pt x="263" y="330"/>
                  <a:pt x="268" y="326"/>
                </a:cubicBezTo>
                <a:cubicBezTo>
                  <a:pt x="273" y="322"/>
                  <a:pt x="279" y="318"/>
                  <a:pt x="287" y="313"/>
                </a:cubicBezTo>
                <a:cubicBezTo>
                  <a:pt x="293" y="308"/>
                  <a:pt x="298" y="304"/>
                  <a:pt x="303" y="299"/>
                </a:cubicBezTo>
                <a:cubicBezTo>
                  <a:pt x="307" y="295"/>
                  <a:pt x="310" y="292"/>
                  <a:pt x="313" y="287"/>
                </a:cubicBezTo>
                <a:cubicBezTo>
                  <a:pt x="316" y="283"/>
                  <a:pt x="319" y="278"/>
                  <a:pt x="320" y="273"/>
                </a:cubicBezTo>
                <a:cubicBezTo>
                  <a:pt x="322" y="268"/>
                  <a:pt x="322" y="262"/>
                  <a:pt x="322" y="255"/>
                </a:cubicBezTo>
                <a:cubicBezTo>
                  <a:pt x="322" y="249"/>
                  <a:pt x="321" y="243"/>
                  <a:pt x="318" y="238"/>
                </a:cubicBezTo>
                <a:cubicBezTo>
                  <a:pt x="316" y="232"/>
                  <a:pt x="313" y="227"/>
                  <a:pt x="309" y="224"/>
                </a:cubicBezTo>
                <a:cubicBezTo>
                  <a:pt x="305" y="220"/>
                  <a:pt x="300" y="218"/>
                  <a:pt x="295" y="216"/>
                </a:cubicBezTo>
                <a:cubicBezTo>
                  <a:pt x="289" y="214"/>
                  <a:pt x="283" y="213"/>
                  <a:pt x="277" y="213"/>
                </a:cubicBezTo>
                <a:close/>
              </a:path>
            </a:pathLst>
          </a:custGeom>
          <a:solidFill>
            <a:srgbClr val="80808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spc="-80" dirty="0">
              <a:solidFill>
                <a:srgbClr val="5F5F5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Box">
            <a:extLst>
              <a:ext uri="{FF2B5EF4-FFF2-40B4-BE49-F238E27FC236}">
                <a16:creationId xmlns:a16="http://schemas.microsoft.com/office/drawing/2014/main" id="{E27E04F5-7469-1591-EA4E-5348C2E57DAC}"/>
              </a:ext>
            </a:extLst>
          </p:cNvPr>
          <p:cNvSpPr/>
          <p:nvPr/>
        </p:nvSpPr>
        <p:spPr>
          <a:xfrm>
            <a:off x="2937265" y="1824045"/>
            <a:ext cx="890673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ko-KR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2026.01.04</a:t>
            </a:r>
          </a:p>
        </p:txBody>
      </p:sp>
      <p:sp>
        <p:nvSpPr>
          <p:cNvPr id="31" name="Date Picker Icon" descr="&lt;Tags&gt;&lt;SMARTRESIZEANCHORS&gt;None,None,None,Absolute&lt;/SMARTRESIZEANCHORS&gt;&lt;/Tags&gt;">
            <a:extLst>
              <a:ext uri="{FF2B5EF4-FFF2-40B4-BE49-F238E27FC236}">
                <a16:creationId xmlns:a16="http://schemas.microsoft.com/office/drawing/2014/main" id="{582EF138-BAE4-E266-7705-CF71F544B4A9}"/>
              </a:ext>
            </a:extLst>
          </p:cNvPr>
          <p:cNvSpPr>
            <a:spLocks noEditPoints="1"/>
          </p:cNvSpPr>
          <p:nvPr/>
        </p:nvSpPr>
        <p:spPr bwMode="auto">
          <a:xfrm>
            <a:off x="3587197" y="1867532"/>
            <a:ext cx="177979" cy="154118"/>
          </a:xfrm>
          <a:custGeom>
            <a:avLst/>
            <a:gdLst>
              <a:gd name="T0" fmla="*/ 115 w 450"/>
              <a:gd name="T1" fmla="*/ 79 h 445"/>
              <a:gd name="T2" fmla="*/ 132 w 450"/>
              <a:gd name="T3" fmla="*/ 0 h 445"/>
              <a:gd name="T4" fmla="*/ 318 w 450"/>
              <a:gd name="T5" fmla="*/ 0 h 445"/>
              <a:gd name="T6" fmla="*/ 336 w 450"/>
              <a:gd name="T7" fmla="*/ 79 h 445"/>
              <a:gd name="T8" fmla="*/ 318 w 450"/>
              <a:gd name="T9" fmla="*/ 0 h 445"/>
              <a:gd name="T10" fmla="*/ 0 w 450"/>
              <a:gd name="T11" fmla="*/ 445 h 445"/>
              <a:gd name="T12" fmla="*/ 450 w 450"/>
              <a:gd name="T13" fmla="*/ 39 h 445"/>
              <a:gd name="T14" fmla="*/ 360 w 450"/>
              <a:gd name="T15" fmla="*/ 57 h 445"/>
              <a:gd name="T16" fmla="*/ 432 w 450"/>
              <a:gd name="T17" fmla="*/ 427 h 445"/>
              <a:gd name="T18" fmla="*/ 18 w 450"/>
              <a:gd name="T19" fmla="*/ 57 h 445"/>
              <a:gd name="T20" fmla="*/ 88 w 450"/>
              <a:gd name="T21" fmla="*/ 39 h 445"/>
              <a:gd name="T22" fmla="*/ 156 w 450"/>
              <a:gd name="T23" fmla="*/ 39 h 445"/>
              <a:gd name="T24" fmla="*/ 295 w 450"/>
              <a:gd name="T25" fmla="*/ 57 h 445"/>
              <a:gd name="T26" fmla="*/ 156 w 450"/>
              <a:gd name="T27" fmla="*/ 39 h 445"/>
              <a:gd name="T28" fmla="*/ 45 w 450"/>
              <a:gd name="T29" fmla="*/ 142 h 445"/>
              <a:gd name="T30" fmla="*/ 405 w 450"/>
              <a:gd name="T31" fmla="*/ 124 h 445"/>
              <a:gd name="T32" fmla="*/ 169 w 450"/>
              <a:gd name="T33" fmla="*/ 212 h 445"/>
              <a:gd name="T34" fmla="*/ 147 w 450"/>
              <a:gd name="T35" fmla="*/ 227 h 445"/>
              <a:gd name="T36" fmla="*/ 122 w 450"/>
              <a:gd name="T37" fmla="*/ 238 h 445"/>
              <a:gd name="T38" fmla="*/ 132 w 450"/>
              <a:gd name="T39" fmla="*/ 253 h 445"/>
              <a:gd name="T40" fmla="*/ 153 w 450"/>
              <a:gd name="T41" fmla="*/ 242 h 445"/>
              <a:gd name="T42" fmla="*/ 158 w 450"/>
              <a:gd name="T43" fmla="*/ 374 h 445"/>
              <a:gd name="T44" fmla="*/ 176 w 450"/>
              <a:gd name="T45" fmla="*/ 212 h 445"/>
              <a:gd name="T46" fmla="*/ 277 w 450"/>
              <a:gd name="T47" fmla="*/ 213 h 445"/>
              <a:gd name="T48" fmla="*/ 236 w 450"/>
              <a:gd name="T49" fmla="*/ 228 h 445"/>
              <a:gd name="T50" fmla="*/ 245 w 450"/>
              <a:gd name="T51" fmla="*/ 240 h 445"/>
              <a:gd name="T52" fmla="*/ 264 w 450"/>
              <a:gd name="T53" fmla="*/ 230 h 445"/>
              <a:gd name="T54" fmla="*/ 286 w 450"/>
              <a:gd name="T55" fmla="*/ 230 h 445"/>
              <a:gd name="T56" fmla="*/ 302 w 450"/>
              <a:gd name="T57" fmla="*/ 245 h 445"/>
              <a:gd name="T58" fmla="*/ 303 w 450"/>
              <a:gd name="T59" fmla="*/ 269 h 445"/>
              <a:gd name="T60" fmla="*/ 288 w 450"/>
              <a:gd name="T61" fmla="*/ 292 h 445"/>
              <a:gd name="T62" fmla="*/ 253 w 450"/>
              <a:gd name="T63" fmla="*/ 320 h 445"/>
              <a:gd name="T64" fmla="*/ 233 w 450"/>
              <a:gd name="T65" fmla="*/ 348 h 445"/>
              <a:gd name="T66" fmla="*/ 230 w 450"/>
              <a:gd name="T67" fmla="*/ 374 h 445"/>
              <a:gd name="T68" fmla="*/ 328 w 450"/>
              <a:gd name="T69" fmla="*/ 358 h 445"/>
              <a:gd name="T70" fmla="*/ 251 w 450"/>
              <a:gd name="T71" fmla="*/ 346 h 445"/>
              <a:gd name="T72" fmla="*/ 268 w 450"/>
              <a:gd name="T73" fmla="*/ 326 h 445"/>
              <a:gd name="T74" fmla="*/ 303 w 450"/>
              <a:gd name="T75" fmla="*/ 299 h 445"/>
              <a:gd name="T76" fmla="*/ 320 w 450"/>
              <a:gd name="T77" fmla="*/ 273 h 445"/>
              <a:gd name="T78" fmla="*/ 318 w 450"/>
              <a:gd name="T79" fmla="*/ 238 h 445"/>
              <a:gd name="T80" fmla="*/ 295 w 450"/>
              <a:gd name="T81" fmla="*/ 216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50" h="445">
                <a:moveTo>
                  <a:pt x="115" y="0"/>
                </a:moveTo>
                <a:lnTo>
                  <a:pt x="115" y="79"/>
                </a:lnTo>
                <a:lnTo>
                  <a:pt x="132" y="79"/>
                </a:lnTo>
                <a:lnTo>
                  <a:pt x="132" y="0"/>
                </a:lnTo>
                <a:lnTo>
                  <a:pt x="115" y="0"/>
                </a:lnTo>
                <a:close/>
                <a:moveTo>
                  <a:pt x="318" y="0"/>
                </a:moveTo>
                <a:lnTo>
                  <a:pt x="318" y="79"/>
                </a:lnTo>
                <a:lnTo>
                  <a:pt x="336" y="79"/>
                </a:lnTo>
                <a:lnTo>
                  <a:pt x="336" y="0"/>
                </a:lnTo>
                <a:lnTo>
                  <a:pt x="318" y="0"/>
                </a:lnTo>
                <a:close/>
                <a:moveTo>
                  <a:pt x="0" y="39"/>
                </a:moveTo>
                <a:lnTo>
                  <a:pt x="0" y="445"/>
                </a:lnTo>
                <a:lnTo>
                  <a:pt x="450" y="445"/>
                </a:lnTo>
                <a:lnTo>
                  <a:pt x="450" y="39"/>
                </a:lnTo>
                <a:lnTo>
                  <a:pt x="360" y="39"/>
                </a:lnTo>
                <a:lnTo>
                  <a:pt x="360" y="57"/>
                </a:lnTo>
                <a:lnTo>
                  <a:pt x="432" y="57"/>
                </a:lnTo>
                <a:lnTo>
                  <a:pt x="432" y="427"/>
                </a:lnTo>
                <a:lnTo>
                  <a:pt x="18" y="427"/>
                </a:lnTo>
                <a:lnTo>
                  <a:pt x="18" y="57"/>
                </a:lnTo>
                <a:lnTo>
                  <a:pt x="88" y="57"/>
                </a:lnTo>
                <a:lnTo>
                  <a:pt x="88" y="39"/>
                </a:lnTo>
                <a:lnTo>
                  <a:pt x="0" y="39"/>
                </a:lnTo>
                <a:close/>
                <a:moveTo>
                  <a:pt x="156" y="39"/>
                </a:moveTo>
                <a:lnTo>
                  <a:pt x="156" y="57"/>
                </a:lnTo>
                <a:lnTo>
                  <a:pt x="295" y="57"/>
                </a:lnTo>
                <a:lnTo>
                  <a:pt x="295" y="39"/>
                </a:lnTo>
                <a:lnTo>
                  <a:pt x="156" y="39"/>
                </a:lnTo>
                <a:close/>
                <a:moveTo>
                  <a:pt x="45" y="124"/>
                </a:moveTo>
                <a:lnTo>
                  <a:pt x="45" y="142"/>
                </a:lnTo>
                <a:lnTo>
                  <a:pt x="405" y="142"/>
                </a:lnTo>
                <a:lnTo>
                  <a:pt x="405" y="124"/>
                </a:lnTo>
                <a:lnTo>
                  <a:pt x="45" y="124"/>
                </a:lnTo>
                <a:close/>
                <a:moveTo>
                  <a:pt x="169" y="212"/>
                </a:moveTo>
                <a:cubicBezTo>
                  <a:pt x="167" y="215"/>
                  <a:pt x="163" y="217"/>
                  <a:pt x="160" y="219"/>
                </a:cubicBezTo>
                <a:cubicBezTo>
                  <a:pt x="156" y="222"/>
                  <a:pt x="152" y="225"/>
                  <a:pt x="147" y="227"/>
                </a:cubicBezTo>
                <a:cubicBezTo>
                  <a:pt x="143" y="229"/>
                  <a:pt x="139" y="231"/>
                  <a:pt x="134" y="233"/>
                </a:cubicBezTo>
                <a:cubicBezTo>
                  <a:pt x="130" y="235"/>
                  <a:pt x="126" y="237"/>
                  <a:pt x="122" y="238"/>
                </a:cubicBezTo>
                <a:lnTo>
                  <a:pt x="122" y="256"/>
                </a:lnTo>
                <a:cubicBezTo>
                  <a:pt x="125" y="255"/>
                  <a:pt x="129" y="254"/>
                  <a:pt x="132" y="253"/>
                </a:cubicBezTo>
                <a:cubicBezTo>
                  <a:pt x="136" y="251"/>
                  <a:pt x="140" y="249"/>
                  <a:pt x="143" y="247"/>
                </a:cubicBezTo>
                <a:cubicBezTo>
                  <a:pt x="146" y="246"/>
                  <a:pt x="150" y="244"/>
                  <a:pt x="153" y="242"/>
                </a:cubicBezTo>
                <a:cubicBezTo>
                  <a:pt x="155" y="240"/>
                  <a:pt x="156" y="238"/>
                  <a:pt x="158" y="237"/>
                </a:cubicBezTo>
                <a:lnTo>
                  <a:pt x="158" y="374"/>
                </a:lnTo>
                <a:lnTo>
                  <a:pt x="176" y="374"/>
                </a:lnTo>
                <a:lnTo>
                  <a:pt x="176" y="212"/>
                </a:lnTo>
                <a:lnTo>
                  <a:pt x="169" y="212"/>
                </a:lnTo>
                <a:close/>
                <a:moveTo>
                  <a:pt x="277" y="213"/>
                </a:moveTo>
                <a:cubicBezTo>
                  <a:pt x="268" y="213"/>
                  <a:pt x="260" y="214"/>
                  <a:pt x="254" y="217"/>
                </a:cubicBezTo>
                <a:cubicBezTo>
                  <a:pt x="248" y="219"/>
                  <a:pt x="241" y="223"/>
                  <a:pt x="236" y="228"/>
                </a:cubicBezTo>
                <a:lnTo>
                  <a:pt x="236" y="247"/>
                </a:lnTo>
                <a:cubicBezTo>
                  <a:pt x="239" y="245"/>
                  <a:pt x="242" y="242"/>
                  <a:pt x="245" y="240"/>
                </a:cubicBezTo>
                <a:cubicBezTo>
                  <a:pt x="248" y="237"/>
                  <a:pt x="251" y="235"/>
                  <a:pt x="254" y="233"/>
                </a:cubicBezTo>
                <a:cubicBezTo>
                  <a:pt x="257" y="232"/>
                  <a:pt x="260" y="231"/>
                  <a:pt x="264" y="230"/>
                </a:cubicBezTo>
                <a:cubicBezTo>
                  <a:pt x="267" y="229"/>
                  <a:pt x="271" y="228"/>
                  <a:pt x="274" y="228"/>
                </a:cubicBezTo>
                <a:cubicBezTo>
                  <a:pt x="278" y="228"/>
                  <a:pt x="282" y="229"/>
                  <a:pt x="286" y="230"/>
                </a:cubicBezTo>
                <a:cubicBezTo>
                  <a:pt x="289" y="231"/>
                  <a:pt x="293" y="233"/>
                  <a:pt x="295" y="235"/>
                </a:cubicBezTo>
                <a:cubicBezTo>
                  <a:pt x="298" y="237"/>
                  <a:pt x="300" y="241"/>
                  <a:pt x="302" y="245"/>
                </a:cubicBezTo>
                <a:cubicBezTo>
                  <a:pt x="303" y="248"/>
                  <a:pt x="303" y="252"/>
                  <a:pt x="303" y="257"/>
                </a:cubicBezTo>
                <a:cubicBezTo>
                  <a:pt x="303" y="261"/>
                  <a:pt x="304" y="266"/>
                  <a:pt x="303" y="269"/>
                </a:cubicBezTo>
                <a:cubicBezTo>
                  <a:pt x="302" y="273"/>
                  <a:pt x="300" y="277"/>
                  <a:pt x="297" y="281"/>
                </a:cubicBezTo>
                <a:cubicBezTo>
                  <a:pt x="295" y="285"/>
                  <a:pt x="291" y="289"/>
                  <a:pt x="288" y="292"/>
                </a:cubicBezTo>
                <a:cubicBezTo>
                  <a:pt x="284" y="296"/>
                  <a:pt x="279" y="300"/>
                  <a:pt x="273" y="304"/>
                </a:cubicBezTo>
                <a:cubicBezTo>
                  <a:pt x="265" y="310"/>
                  <a:pt x="259" y="315"/>
                  <a:pt x="253" y="320"/>
                </a:cubicBezTo>
                <a:cubicBezTo>
                  <a:pt x="248" y="324"/>
                  <a:pt x="243" y="329"/>
                  <a:pt x="240" y="334"/>
                </a:cubicBezTo>
                <a:cubicBezTo>
                  <a:pt x="237" y="339"/>
                  <a:pt x="234" y="343"/>
                  <a:pt x="233" y="348"/>
                </a:cubicBezTo>
                <a:cubicBezTo>
                  <a:pt x="231" y="353"/>
                  <a:pt x="230" y="360"/>
                  <a:pt x="230" y="367"/>
                </a:cubicBezTo>
                <a:lnTo>
                  <a:pt x="230" y="374"/>
                </a:lnTo>
                <a:lnTo>
                  <a:pt x="328" y="374"/>
                </a:lnTo>
                <a:lnTo>
                  <a:pt x="328" y="358"/>
                </a:lnTo>
                <a:lnTo>
                  <a:pt x="250" y="358"/>
                </a:lnTo>
                <a:cubicBezTo>
                  <a:pt x="250" y="353"/>
                  <a:pt x="250" y="349"/>
                  <a:pt x="251" y="346"/>
                </a:cubicBezTo>
                <a:cubicBezTo>
                  <a:pt x="252" y="343"/>
                  <a:pt x="254" y="340"/>
                  <a:pt x="257" y="337"/>
                </a:cubicBezTo>
                <a:cubicBezTo>
                  <a:pt x="259" y="333"/>
                  <a:pt x="263" y="330"/>
                  <a:pt x="268" y="326"/>
                </a:cubicBezTo>
                <a:cubicBezTo>
                  <a:pt x="273" y="322"/>
                  <a:pt x="279" y="318"/>
                  <a:pt x="287" y="313"/>
                </a:cubicBezTo>
                <a:cubicBezTo>
                  <a:pt x="293" y="308"/>
                  <a:pt x="298" y="304"/>
                  <a:pt x="303" y="299"/>
                </a:cubicBezTo>
                <a:cubicBezTo>
                  <a:pt x="307" y="295"/>
                  <a:pt x="310" y="292"/>
                  <a:pt x="313" y="287"/>
                </a:cubicBezTo>
                <a:cubicBezTo>
                  <a:pt x="316" y="283"/>
                  <a:pt x="319" y="278"/>
                  <a:pt x="320" y="273"/>
                </a:cubicBezTo>
                <a:cubicBezTo>
                  <a:pt x="322" y="268"/>
                  <a:pt x="322" y="262"/>
                  <a:pt x="322" y="255"/>
                </a:cubicBezTo>
                <a:cubicBezTo>
                  <a:pt x="322" y="249"/>
                  <a:pt x="321" y="243"/>
                  <a:pt x="318" y="238"/>
                </a:cubicBezTo>
                <a:cubicBezTo>
                  <a:pt x="316" y="232"/>
                  <a:pt x="313" y="227"/>
                  <a:pt x="309" y="224"/>
                </a:cubicBezTo>
                <a:cubicBezTo>
                  <a:pt x="305" y="220"/>
                  <a:pt x="300" y="218"/>
                  <a:pt x="295" y="216"/>
                </a:cubicBezTo>
                <a:cubicBezTo>
                  <a:pt x="289" y="214"/>
                  <a:pt x="283" y="213"/>
                  <a:pt x="277" y="213"/>
                </a:cubicBezTo>
                <a:close/>
              </a:path>
            </a:pathLst>
          </a:custGeom>
          <a:solidFill>
            <a:srgbClr val="80808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spc="-80" dirty="0">
              <a:solidFill>
                <a:srgbClr val="5F5F5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4D5E80C-4BF2-4E43-32C6-815AEC6A6E7E}"/>
              </a:ext>
            </a:extLst>
          </p:cNvPr>
          <p:cNvSpPr/>
          <p:nvPr/>
        </p:nvSpPr>
        <p:spPr>
          <a:xfrm>
            <a:off x="122248" y="1814526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0F9EB9D-22A6-3CDE-8644-DDA1C1917413}"/>
              </a:ext>
            </a:extLst>
          </p:cNvPr>
          <p:cNvCxnSpPr>
            <a:cxnSpLocks/>
          </p:cNvCxnSpPr>
          <p:nvPr/>
        </p:nvCxnSpPr>
        <p:spPr>
          <a:xfrm>
            <a:off x="233918" y="4345148"/>
            <a:ext cx="0" cy="10854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타원 40">
            <a:extLst>
              <a:ext uri="{FF2B5EF4-FFF2-40B4-BE49-F238E27FC236}">
                <a16:creationId xmlns:a16="http://schemas.microsoft.com/office/drawing/2014/main" id="{5E8DF20A-7730-EA50-8E89-EE5639F44050}"/>
              </a:ext>
            </a:extLst>
          </p:cNvPr>
          <p:cNvSpPr/>
          <p:nvPr/>
        </p:nvSpPr>
        <p:spPr>
          <a:xfrm>
            <a:off x="127628" y="4758152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D5C1B68-2E40-4983-3F98-616E5FAC73DC}"/>
              </a:ext>
            </a:extLst>
          </p:cNvPr>
          <p:cNvGrpSpPr/>
          <p:nvPr/>
        </p:nvGrpSpPr>
        <p:grpSpPr>
          <a:xfrm>
            <a:off x="6010361" y="977182"/>
            <a:ext cx="2201656" cy="1223405"/>
            <a:chOff x="9288187" y="5618447"/>
            <a:chExt cx="2201656" cy="1223405"/>
          </a:xfrm>
        </p:grpSpPr>
        <p:sp>
          <p:nvSpPr>
            <p:cNvPr id="45" name="모서리가 둥근 직사각형 68">
              <a:extLst>
                <a:ext uri="{FF2B5EF4-FFF2-40B4-BE49-F238E27FC236}">
                  <a16:creationId xmlns:a16="http://schemas.microsoft.com/office/drawing/2014/main" id="{9C681CAA-21DA-983B-77A1-54ADBAE52361}"/>
                </a:ext>
              </a:extLst>
            </p:cNvPr>
            <p:cNvSpPr/>
            <p:nvPr/>
          </p:nvSpPr>
          <p:spPr>
            <a:xfrm>
              <a:off x="9288190" y="5862795"/>
              <a:ext cx="2201653" cy="9790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0"/>
            <a:lstStyle/>
            <a:p>
              <a:pPr eaLnBrk="0" hangingPunct="0">
                <a:spcBef>
                  <a:spcPct val="20000"/>
                </a:spcBef>
                <a:defRPr/>
              </a:pPr>
              <a:endParaRPr lang="ko-KR" altLang="en-US" sz="800" b="1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8C4011B3-F0F3-1112-B3C5-41971AD6B8E3}"/>
                </a:ext>
              </a:extLst>
            </p:cNvPr>
            <p:cNvSpPr/>
            <p:nvPr/>
          </p:nvSpPr>
          <p:spPr>
            <a:xfrm>
              <a:off x="9442359" y="6007642"/>
              <a:ext cx="1893314" cy="268517"/>
            </a:xfrm>
            <a:prstGeom prst="rect">
              <a:avLst/>
            </a:prstGeom>
          </p:spPr>
          <p:txBody>
            <a:bodyPr wrap="square" lIns="0" tIns="72000" rIns="0" bIns="72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시작일이 종료일보다 클 수 없습니다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7" name="모서리가 둥근 직사각형 73">
              <a:extLst>
                <a:ext uri="{FF2B5EF4-FFF2-40B4-BE49-F238E27FC236}">
                  <a16:creationId xmlns:a16="http://schemas.microsoft.com/office/drawing/2014/main" id="{60749DE5-1D71-2E56-60E0-3316C94961A8}"/>
                </a:ext>
              </a:extLst>
            </p:cNvPr>
            <p:cNvSpPr/>
            <p:nvPr/>
          </p:nvSpPr>
          <p:spPr>
            <a:xfrm>
              <a:off x="10029016" y="6447791"/>
              <a:ext cx="720000" cy="229091"/>
            </a:xfrm>
            <a:prstGeom prst="roundRect">
              <a:avLst/>
            </a:prstGeom>
            <a:solidFill>
              <a:srgbClr val="808080">
                <a:lumMod val="20000"/>
                <a:lumOff val="80000"/>
              </a:srgbClr>
            </a:solidFill>
            <a:ln w="3175" algn="ctr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800" kern="0" spc="-7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확인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267B495-6648-74C3-F648-9BF72E1FC67F}"/>
                </a:ext>
              </a:extLst>
            </p:cNvPr>
            <p:cNvSpPr txBox="1"/>
            <p:nvPr/>
          </p:nvSpPr>
          <p:spPr>
            <a:xfrm>
              <a:off x="9288187" y="5618447"/>
              <a:ext cx="2161141" cy="232165"/>
            </a:xfrm>
            <a:prstGeom prst="rect">
              <a:avLst/>
            </a:prstGeom>
            <a:noFill/>
          </p:spPr>
          <p:txBody>
            <a:bodyPr wrap="square" lIns="0" tIns="54000" rIns="0" bIns="54000" rtlCol="0">
              <a:spAutoFit/>
            </a:bodyPr>
            <a:lstStyle/>
            <a:p>
              <a:r>
                <a:rPr lang="en-US" altLang="ko-KR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2-1) </a:t>
              </a:r>
              <a:r>
                <a:rPr lang="ko-KR" altLang="en-US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기간설정 오류 </a:t>
              </a:r>
              <a:r>
                <a:rPr lang="en-US" altLang="ko-KR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Alert </a:t>
              </a:r>
              <a:r>
                <a:rPr lang="ko-KR" altLang="en-US" sz="800" b="1" spc="-7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표시</a:t>
              </a:r>
              <a:endPara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817B1612-78E4-EBAF-A66E-C09DDC5D12E0}"/>
              </a:ext>
            </a:extLst>
          </p:cNvPr>
          <p:cNvCxnSpPr>
            <a:cxnSpLocks/>
            <a:stCxn id="9" idx="0"/>
            <a:endCxn id="11" idx="1"/>
          </p:cNvCxnSpPr>
          <p:nvPr/>
        </p:nvCxnSpPr>
        <p:spPr>
          <a:xfrm rot="5400000" flipH="1" flipV="1">
            <a:off x="2913911" y="747849"/>
            <a:ext cx="175834" cy="1286794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32D5B3CC-BBF3-ED80-7112-2E22F3E5A6A0}"/>
              </a:ext>
            </a:extLst>
          </p:cNvPr>
          <p:cNvCxnSpPr>
            <a:cxnSpLocks/>
            <a:stCxn id="30" idx="2"/>
            <a:endCxn id="45" idx="1"/>
          </p:cNvCxnSpPr>
          <p:nvPr/>
        </p:nvCxnSpPr>
        <p:spPr>
          <a:xfrm rot="5400000" flipH="1" flipV="1">
            <a:off x="4519444" y="574217"/>
            <a:ext cx="354078" cy="2627762"/>
          </a:xfrm>
          <a:prstGeom prst="bentConnector4">
            <a:avLst>
              <a:gd name="adj1" fmla="val -64562"/>
              <a:gd name="adj2" fmla="val 58474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9FE605A-600E-E6C4-194C-EC317B9E26ED}"/>
              </a:ext>
            </a:extLst>
          </p:cNvPr>
          <p:cNvCxnSpPr>
            <a:cxnSpLocks/>
          </p:cNvCxnSpPr>
          <p:nvPr/>
        </p:nvCxnSpPr>
        <p:spPr>
          <a:xfrm>
            <a:off x="233918" y="2411803"/>
            <a:ext cx="0" cy="166875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>
            <a:extLst>
              <a:ext uri="{FF2B5EF4-FFF2-40B4-BE49-F238E27FC236}">
                <a16:creationId xmlns:a16="http://schemas.microsoft.com/office/drawing/2014/main" id="{631E368A-9E28-00C4-0702-44AFA209CE25}"/>
              </a:ext>
            </a:extLst>
          </p:cNvPr>
          <p:cNvSpPr/>
          <p:nvPr/>
        </p:nvSpPr>
        <p:spPr>
          <a:xfrm>
            <a:off x="120648" y="3138182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93657112-58DF-CC08-3017-4EA516B09650}"/>
              </a:ext>
            </a:extLst>
          </p:cNvPr>
          <p:cNvGraphicFramePr>
            <a:graphicFrameLocks noGrp="1"/>
          </p:cNvGraphicFramePr>
          <p:nvPr/>
        </p:nvGraphicFramePr>
        <p:xfrm>
          <a:off x="6853337" y="5048255"/>
          <a:ext cx="2664000" cy="1600314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1456073203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160636413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실무자 정보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성명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이름을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전화번호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숫자만 입력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11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자리 제한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전화번호를 입력해 주세요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 주소</a:t>
                      </a:r>
                      <a:b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 영역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영문대문자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영문소문자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특수문자 입력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hlinkClick r:id="rId2"/>
                        </a:rPr>
                        <a:t>###@###.###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hlinkClick r:id="rId2"/>
                        </a:rPr>
                        <a:t>형식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검사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플레이스홀더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이메일을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023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245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D2C32-8793-A59F-2688-90BEC8391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87C32D7-97B9-1754-18E6-A585B7D53F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신청자 수정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879423-9984-FB55-1462-1384F149A0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Home &gt; </a:t>
            </a:r>
            <a:r>
              <a:rPr lang="ko-KR" altLang="en-US" dirty="0"/>
              <a:t>시설대관 관리</a:t>
            </a:r>
            <a:r>
              <a:rPr lang="en-US" altLang="ko-KR" dirty="0"/>
              <a:t>(A)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신청자 목록 </a:t>
            </a:r>
            <a:r>
              <a:rPr lang="en-US" altLang="ko-KR" dirty="0"/>
              <a:t>&gt; </a:t>
            </a:r>
            <a:r>
              <a:rPr lang="ko-KR" altLang="en-US" dirty="0"/>
              <a:t>수정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F0C32361-5EBD-FA03-E6FE-9C88CADF6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lIns="54000" tIns="36000" rIns="36000" bIns="36000" anchor="ctr" anchorCtr="0">
            <a:noAutofit/>
          </a:bodyPr>
          <a:lstStyle>
            <a:lvl1pPr marL="0" indent="0">
              <a:buNone/>
              <a:defRPr lang="en-US" altLang="ko-KR" sz="800" kern="1200" dirty="0" smtClean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algn="ctr"/>
            <a:r>
              <a:rPr lang="af-ZA" altLang="ko-KR" dirty="0"/>
              <a:t>FL02-003</a:t>
            </a:r>
            <a:endParaRPr lang="en-US" altLang="ko-KR" dirty="0"/>
          </a:p>
        </p:txBody>
      </p:sp>
      <p:graphicFrame>
        <p:nvGraphicFramePr>
          <p:cNvPr id="105" name="Group 160">
            <a:extLst>
              <a:ext uri="{FF2B5EF4-FFF2-40B4-BE49-F238E27FC236}">
                <a16:creationId xmlns:a16="http://schemas.microsoft.com/office/drawing/2014/main" id="{B93AA346-9A57-E160-4CC9-4B363C550315}"/>
              </a:ext>
            </a:extLst>
          </p:cNvPr>
          <p:cNvGraphicFramePr>
            <a:graphicFrameLocks noGrp="1"/>
          </p:cNvGraphicFramePr>
          <p:nvPr/>
        </p:nvGraphicFramePr>
        <p:xfrm>
          <a:off x="9521825" y="436797"/>
          <a:ext cx="2664000" cy="5438115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</a:p>
                  </a:txBody>
                  <a:tcPr marL="83041" marR="83041" marT="46810" marB="4681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700" b="1" i="0" u="none" strike="noStrike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시설대관 관리</a:t>
                      </a:r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(A)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  <a:r>
                        <a:rPr lang="en-US" altLang="ko-KR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신청자 목록 </a:t>
                      </a:r>
                      <a:r>
                        <a:rPr lang="en-US" altLang="ko-KR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</a:t>
                      </a:r>
                      <a:r>
                        <a:rPr lang="ko-KR" altLang="en-US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</a:t>
                      </a:r>
                      <a:endParaRPr lang="en-US" altLang="ko-KR" sz="8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 신청자 현황 승인</a:t>
                      </a:r>
                      <a:r>
                        <a:rPr lang="en-US" altLang="ko-KR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대관이동</a:t>
                      </a:r>
                      <a:r>
                        <a:rPr lang="en-US" altLang="ko-KR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반려</a:t>
                      </a:r>
                      <a:r>
                        <a:rPr lang="en-US" altLang="ko-KR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취소 관리</a:t>
                      </a:r>
                      <a:endParaRPr lang="en-US" altLang="ko-KR" sz="800" b="0" i="0" u="none" strike="noStrike" kern="1200" baseline="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 상태</a:t>
                      </a:r>
                      <a:r>
                        <a:rPr lang="en-US" altLang="ko-KR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확정상태 수정 영역</a:t>
                      </a:r>
                      <a:endParaRPr lang="en-US" altLang="ko-KR" sz="800" b="0" i="0" u="none" strike="noStrike" kern="1200" baseline="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저장된 값 출력</a:t>
                      </a:r>
                      <a:endParaRPr lang="en-US" altLang="ko-KR" sz="800" b="0" i="0" u="none" strike="noStrike" kern="1200" baseline="0" noProof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공통영역 ‘관리자페이지 중복기능 통합 가이드’ </a:t>
                      </a:r>
                      <a:r>
                        <a:rPr lang="en-US" altLang="ko-KR" sz="8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p.4</a:t>
                      </a:r>
                    </a:p>
                  </a:txBody>
                  <a:tcPr marL="72000" marR="36000" marT="72000" marB="72000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36000" marT="46810" marB="46810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75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지원사업 여부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Select List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Select List : 1-1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참고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승인 대기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필수값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홀더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비고를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065105"/>
                  </a:ext>
                </a:extLst>
              </a:tr>
              <a:tr h="28084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확정 상태 </a:t>
                      </a:r>
                      <a:r>
                        <a:rPr kumimoji="1" lang="en-US" altLang="ko-KR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Select List</a:t>
                      </a: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 현황 선택 값이 승인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조건부승인 일 경우 영역 활성화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Select List : 3-1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참고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입금대기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0293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입금액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Select List 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전액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계약금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잔금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기타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미입력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미선택시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 현황 선택 값이 승인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조건부승인 일 경우 영역 활성화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숫자입력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홀더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금액을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날짜선택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데이트피커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첫 입력 폼 우측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[+],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[+]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입력 폼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 출력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[-]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해당 입력 폼 삭제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기본값 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입력폼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개출력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89594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buFontTx/>
                        <a:buNone/>
                      </a:pPr>
                      <a:r>
                        <a:rPr kumimoji="1" lang="ko-KR" altLang="en-US" sz="8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모든 문자 입력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 현황 선택 값이 승인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조건부승인 일 경우 영역 활성화</a:t>
                      </a:r>
                      <a:endParaRPr kumimoji="1" lang="en-US" altLang="ko-KR" sz="8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플레이스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홀더 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kumimoji="1" lang="ko-KR" altLang="en-US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비고를 입력해 주세요</a:t>
                      </a:r>
                      <a:r>
                        <a:rPr kumimoji="1" lang="en-US" altLang="ko-KR" sz="8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1381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등록자</a:t>
                      </a:r>
                      <a:r>
                        <a:rPr kumimoji="1" lang="en-US" altLang="ko-KR" sz="800" b="1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1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등록일자</a:t>
                      </a:r>
                      <a:r>
                        <a:rPr kumimoji="1" lang="en-US" altLang="ko-KR" sz="800" b="1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1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수정일자 </a:t>
                      </a:r>
                      <a:r>
                        <a:rPr kumimoji="1" lang="en-US" altLang="ko-KR" sz="800" b="1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1" lang="ko-KR" altLang="en-US" sz="800" b="1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수정불가</a:t>
                      </a:r>
                      <a:r>
                        <a:rPr kumimoji="1" lang="en-US" altLang="ko-KR" sz="800" b="1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itka Small Semibold" pitchFamily="2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게시물 등록 시 </a:t>
                      </a:r>
                      <a:r>
                        <a:rPr kumimoji="1" lang="ko-KR" altLang="en-US" sz="8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미노출</a:t>
                      </a:r>
                      <a:r>
                        <a:rPr kumimoji="1" lang="ko-KR" altLang="en-US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영역이며</a:t>
                      </a:r>
                      <a:r>
                        <a:rPr kumimoji="1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수정 화면에만 출력</a:t>
                      </a:r>
                      <a:endParaRPr kumimoji="1" lang="en-US" altLang="ko-KR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itka Small Semibold" pitchFamily="2" charset="0"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게시물 등록 아이디 호출 </a:t>
                      </a:r>
                      <a:endParaRPr kumimoji="1" lang="en-US" altLang="ko-KR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itka Small Semibold" pitchFamily="2" charset="0"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최초 등록일시 출력</a:t>
                      </a:r>
                      <a:r>
                        <a:rPr kumimoji="1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/ </a:t>
                      </a:r>
                      <a:r>
                        <a:rPr kumimoji="1" lang="ko-KR" altLang="en-US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마지막 수정일시 출력</a:t>
                      </a:r>
                      <a:endParaRPr kumimoji="1" lang="en-US" altLang="ko-KR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96805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 초기화 버튼</a:t>
                      </a:r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 초기화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입력한 등록 정보 초기값으로 변경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4641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F86F988F-F438-0A03-D300-9A181BE17492}"/>
              </a:ext>
            </a:extLst>
          </p:cNvPr>
          <p:cNvSpPr/>
          <p:nvPr/>
        </p:nvSpPr>
        <p:spPr>
          <a:xfrm>
            <a:off x="4297273" y="5559410"/>
            <a:ext cx="823795" cy="2790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저장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A8E4018-D8AA-DEB7-743A-92B807EBE772}"/>
              </a:ext>
            </a:extLst>
          </p:cNvPr>
          <p:cNvSpPr/>
          <p:nvPr/>
        </p:nvSpPr>
        <p:spPr>
          <a:xfrm>
            <a:off x="5196971" y="5559411"/>
            <a:ext cx="823795" cy="2790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목록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FAAC2EA-2516-2E85-5C48-092C854F4016}"/>
              </a:ext>
            </a:extLst>
          </p:cNvPr>
          <p:cNvSpPr/>
          <p:nvPr/>
        </p:nvSpPr>
        <p:spPr>
          <a:xfrm>
            <a:off x="3397575" y="5559410"/>
            <a:ext cx="823795" cy="2790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초기화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97C68F92-DA62-3B54-3FA1-06F34C59DE3B}"/>
              </a:ext>
            </a:extLst>
          </p:cNvPr>
          <p:cNvSpPr/>
          <p:nvPr/>
        </p:nvSpPr>
        <p:spPr>
          <a:xfrm>
            <a:off x="3268218" y="5450563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D6F243-059A-0F4B-F53E-A3207118945A}"/>
              </a:ext>
            </a:extLst>
          </p:cNvPr>
          <p:cNvSpPr txBox="1"/>
          <p:nvPr/>
        </p:nvSpPr>
        <p:spPr>
          <a:xfrm>
            <a:off x="362465" y="659025"/>
            <a:ext cx="14457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예약 상태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528D2E8-CC12-9CCD-1681-49C13EABBAC0}"/>
              </a:ext>
            </a:extLst>
          </p:cNvPr>
          <p:cNvGraphicFramePr>
            <a:graphicFrameLocks noGrp="1"/>
          </p:cNvGraphicFramePr>
          <p:nvPr/>
        </p:nvGraphicFramePr>
        <p:xfrm>
          <a:off x="362465" y="905775"/>
          <a:ext cx="8690919" cy="1223172"/>
        </p:xfrm>
        <a:graphic>
          <a:graphicData uri="http://schemas.openxmlformats.org/drawingml/2006/table">
            <a:tbl>
              <a:tblPr firstRow="1" bandRow="1"/>
              <a:tblGrid>
                <a:gridCol w="130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예약 현황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9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18444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9C74388-8FE5-D50B-A1C9-74675FC83FBB}"/>
              </a:ext>
            </a:extLst>
          </p:cNvPr>
          <p:cNvSpPr txBox="1"/>
          <p:nvPr/>
        </p:nvSpPr>
        <p:spPr>
          <a:xfrm>
            <a:off x="361305" y="2240013"/>
            <a:ext cx="14457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확정 상태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81C5E5E-CC99-77A9-F0BD-3E4F6F9217C1}"/>
              </a:ext>
            </a:extLst>
          </p:cNvPr>
          <p:cNvGraphicFramePr>
            <a:graphicFrameLocks noGrp="1"/>
          </p:cNvGraphicFramePr>
          <p:nvPr/>
        </p:nvGraphicFramePr>
        <p:xfrm>
          <a:off x="361305" y="2486763"/>
          <a:ext cx="8690919" cy="1916317"/>
        </p:xfrm>
        <a:graphic>
          <a:graphicData uri="http://schemas.openxmlformats.org/drawingml/2006/table">
            <a:tbl>
              <a:tblPr firstRow="1" bandRow="1"/>
              <a:tblGrid>
                <a:gridCol w="130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확정 상태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9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입금액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</a:t>
                      </a:r>
                      <a:endParaRPr lang="en-US" altLang="ko-KR" sz="800" b="1" kern="1200" spc="-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433910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6351113C-6E45-F99A-F160-92EFDCB44A6A}"/>
              </a:ext>
            </a:extLst>
          </p:cNvPr>
          <p:cNvGrpSpPr/>
          <p:nvPr/>
        </p:nvGrpSpPr>
        <p:grpSpPr>
          <a:xfrm>
            <a:off x="1759283" y="2505183"/>
            <a:ext cx="567933" cy="307299"/>
            <a:chOff x="1249583" y="948238"/>
            <a:chExt cx="567933" cy="30729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B934AA0-19C2-7578-87D4-1F918D68CE29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입급대기</a:t>
              </a:r>
              <a:endPara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BCF333C-ACEE-EA51-63A8-B7DB5E916BCA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5C52AE4-D413-DA1F-39FC-DCDE1F91EAD5}"/>
              </a:ext>
            </a:extLst>
          </p:cNvPr>
          <p:cNvGrpSpPr/>
          <p:nvPr/>
        </p:nvGrpSpPr>
        <p:grpSpPr>
          <a:xfrm>
            <a:off x="1759283" y="912941"/>
            <a:ext cx="567933" cy="307299"/>
            <a:chOff x="1249583" y="948238"/>
            <a:chExt cx="567933" cy="307299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3438F31-49E5-903C-C0EA-72AB72C410DD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승인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502113E-3380-9C9B-9F9D-F7A0D84F73A4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A2BC266-19F1-3687-F3CE-53BB4798E6E6}"/>
              </a:ext>
            </a:extLst>
          </p:cNvPr>
          <p:cNvSpPr/>
          <p:nvPr/>
        </p:nvSpPr>
        <p:spPr>
          <a:xfrm>
            <a:off x="1751355" y="3575510"/>
            <a:ext cx="3973804" cy="7645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NH 1902759817 </a:t>
            </a:r>
            <a:r>
              <a:rPr lang="ko-KR" altLang="en-US" sz="800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김돌쇠</a:t>
            </a:r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대관료 입금 </a:t>
            </a:r>
            <a:r>
              <a:rPr lang="en-US" altLang="ko-KR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202512.12</a:t>
            </a:r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확인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B29B4C8-C1F4-DF50-7FC9-FCEDB5EE98B9}"/>
              </a:ext>
            </a:extLst>
          </p:cNvPr>
          <p:cNvSpPr/>
          <p:nvPr/>
        </p:nvSpPr>
        <p:spPr>
          <a:xfrm>
            <a:off x="892255" y="2840600"/>
            <a:ext cx="824410" cy="66353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전액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계약금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잔금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기타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미입력</a:t>
            </a:r>
            <a:endParaRPr lang="ko-KR" altLang="en-US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BE4AC9-65D2-4951-470B-B14A3ABB1E3B}"/>
              </a:ext>
            </a:extLst>
          </p:cNvPr>
          <p:cNvSpPr txBox="1"/>
          <p:nvPr/>
        </p:nvSpPr>
        <p:spPr>
          <a:xfrm>
            <a:off x="936745" y="2627419"/>
            <a:ext cx="626005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4-1) Select List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67B52C3-1176-9B0B-C2A9-899676237B84}"/>
              </a:ext>
            </a:extLst>
          </p:cNvPr>
          <p:cNvSpPr/>
          <p:nvPr/>
        </p:nvSpPr>
        <p:spPr>
          <a:xfrm>
            <a:off x="1751355" y="1300221"/>
            <a:ext cx="3973804" cy="7645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2025.12.12</a:t>
            </a:r>
            <a:r>
              <a:rPr lang="ko-KR" altLang="en-US" sz="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승인 완료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40A0F47F-24E7-4E2B-1511-FE2940A95EE4}"/>
              </a:ext>
            </a:extLst>
          </p:cNvPr>
          <p:cNvSpPr/>
          <p:nvPr/>
        </p:nvSpPr>
        <p:spPr>
          <a:xfrm>
            <a:off x="106043" y="945423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325A2844-16EB-97FE-13FA-E862E4C69C1D}"/>
              </a:ext>
            </a:extLst>
          </p:cNvPr>
          <p:cNvSpPr/>
          <p:nvPr/>
        </p:nvSpPr>
        <p:spPr>
          <a:xfrm>
            <a:off x="106043" y="1571235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D624C963-4E8B-815E-E030-C950D7360713}"/>
              </a:ext>
            </a:extLst>
          </p:cNvPr>
          <p:cNvSpPr/>
          <p:nvPr/>
        </p:nvSpPr>
        <p:spPr>
          <a:xfrm>
            <a:off x="106043" y="2543868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768D0BAA-8970-8286-BABC-43DE61CA69F0}"/>
              </a:ext>
            </a:extLst>
          </p:cNvPr>
          <p:cNvSpPr/>
          <p:nvPr/>
        </p:nvSpPr>
        <p:spPr>
          <a:xfrm>
            <a:off x="106043" y="3047829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6501DB5A-C68B-7B7A-7E3D-3897FE86E107}"/>
              </a:ext>
            </a:extLst>
          </p:cNvPr>
          <p:cNvSpPr/>
          <p:nvPr/>
        </p:nvSpPr>
        <p:spPr>
          <a:xfrm>
            <a:off x="4211801" y="5450563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1856E705-B8C1-87D9-4802-F73651794D40}"/>
              </a:ext>
            </a:extLst>
          </p:cNvPr>
          <p:cNvSpPr/>
          <p:nvPr/>
        </p:nvSpPr>
        <p:spPr>
          <a:xfrm>
            <a:off x="5155383" y="5450563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65F3560-F97C-2761-256B-114E0F5390C1}"/>
              </a:ext>
            </a:extLst>
          </p:cNvPr>
          <p:cNvGraphicFramePr>
            <a:graphicFrameLocks noGrp="1"/>
          </p:cNvGraphicFramePr>
          <p:nvPr/>
        </p:nvGraphicFramePr>
        <p:xfrm>
          <a:off x="358775" y="4608207"/>
          <a:ext cx="8797925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957">
                  <a:extLst>
                    <a:ext uri="{9D8B030D-6E8A-4147-A177-3AD203B41FA5}">
                      <a16:colId xmlns:a16="http://schemas.microsoft.com/office/drawing/2014/main" val="3059012004"/>
                    </a:ext>
                  </a:extLst>
                </a:gridCol>
                <a:gridCol w="7515968">
                  <a:extLst>
                    <a:ext uri="{9D8B030D-6E8A-4147-A177-3AD203B41FA5}">
                      <a16:colId xmlns:a16="http://schemas.microsoft.com/office/drawing/2014/main" val="2912175457"/>
                    </a:ext>
                  </a:extLst>
                </a:gridCol>
              </a:tblGrid>
              <a:tr h="15204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작성자</a:t>
                      </a:r>
                    </a:p>
                  </a:txBody>
                  <a:tcPr marL="10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작성자명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(ID)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804846"/>
                  </a:ext>
                </a:extLst>
              </a:tr>
              <a:tr h="15204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등록일자</a:t>
                      </a:r>
                    </a:p>
                  </a:txBody>
                  <a:tcPr marL="10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YYYY-MM-DD </a:t>
                      </a:r>
                      <a:r>
                        <a:rPr kumimoji="0" lang="en-US" altLang="ko-KR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hh:mm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410455"/>
                  </a:ext>
                </a:extLst>
              </a:tr>
              <a:tr h="15204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kern="1200" spc="-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수정일자</a:t>
                      </a:r>
                    </a:p>
                  </a:txBody>
                  <a:tcPr marL="10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YYYY-MM-DD </a:t>
                      </a:r>
                      <a:r>
                        <a:rPr kumimoji="0" lang="en-US" altLang="ko-KR" sz="8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hh:mm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963495"/>
                  </a:ext>
                </a:extLst>
              </a:tr>
            </a:tbl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CFDB4FF2-5145-3E8A-8916-7C23ECB5E23C}"/>
              </a:ext>
            </a:extLst>
          </p:cNvPr>
          <p:cNvSpPr/>
          <p:nvPr/>
        </p:nvSpPr>
        <p:spPr>
          <a:xfrm>
            <a:off x="106043" y="4585297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E6D778-3641-3346-63AB-FBB691D39409}"/>
              </a:ext>
            </a:extLst>
          </p:cNvPr>
          <p:cNvSpPr/>
          <p:nvPr/>
        </p:nvSpPr>
        <p:spPr>
          <a:xfrm>
            <a:off x="2385931" y="2858982"/>
            <a:ext cx="1484712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bIns="0" rtlCol="0" anchor="ctr" anchorCtr="0"/>
          <a:lstStyle/>
          <a:p>
            <a:r>
              <a:rPr lang="ko-KR" altLang="en-US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금액을 입력해 주세요</a:t>
            </a:r>
            <a:r>
              <a:rPr lang="en-US" altLang="ko-KR" sz="7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700" spc="-5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967295B-3E68-C875-1633-D6D9B692E2B0}"/>
              </a:ext>
            </a:extLst>
          </p:cNvPr>
          <p:cNvSpPr/>
          <p:nvPr/>
        </p:nvSpPr>
        <p:spPr>
          <a:xfrm>
            <a:off x="4924321" y="2883071"/>
            <a:ext cx="346405" cy="225960"/>
          </a:xfrm>
          <a:prstGeom prst="roundRect">
            <a:avLst>
              <a:gd name="adj" fmla="val 919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1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534B94B-9A12-1F36-0D42-7C164A137486}"/>
              </a:ext>
            </a:extLst>
          </p:cNvPr>
          <p:cNvSpPr/>
          <p:nvPr/>
        </p:nvSpPr>
        <p:spPr>
          <a:xfrm>
            <a:off x="4924321" y="3209745"/>
            <a:ext cx="346405" cy="225960"/>
          </a:xfrm>
          <a:prstGeom prst="roundRect">
            <a:avLst>
              <a:gd name="adj" fmla="val 919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</a:t>
            </a:r>
            <a:endParaRPr lang="ko-KR" altLang="en-US" sz="9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85535C-474F-243B-C6EA-ED7430A109ED}"/>
              </a:ext>
            </a:extLst>
          </p:cNvPr>
          <p:cNvSpPr/>
          <p:nvPr/>
        </p:nvSpPr>
        <p:spPr>
          <a:xfrm>
            <a:off x="2385931" y="3202739"/>
            <a:ext cx="1484712" cy="2410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bIns="0" rtlCol="0" anchor="ctr" anchorCtr="0"/>
          <a:lstStyle/>
          <a:p>
            <a:r>
              <a:rPr lang="en-US" altLang="ko-KR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250,000</a:t>
            </a:r>
            <a:endParaRPr lang="ko-KR" altLang="en-US" sz="800" spc="-8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9D0109D-EF54-43B6-DD7F-E6AC2E045FA1}"/>
              </a:ext>
            </a:extLst>
          </p:cNvPr>
          <p:cNvGrpSpPr/>
          <p:nvPr/>
        </p:nvGrpSpPr>
        <p:grpSpPr>
          <a:xfrm>
            <a:off x="1759283" y="2817757"/>
            <a:ext cx="567933" cy="307299"/>
            <a:chOff x="1249583" y="948238"/>
            <a:chExt cx="567933" cy="307299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CD5AAA1-B660-D9D6-F267-6B4F7CDE90BB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선택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45720CC-4A64-38D2-7278-7CE3257A60E3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545D168-F0C1-1372-13B7-E2E6A5480448}"/>
              </a:ext>
            </a:extLst>
          </p:cNvPr>
          <p:cNvGrpSpPr/>
          <p:nvPr/>
        </p:nvGrpSpPr>
        <p:grpSpPr>
          <a:xfrm>
            <a:off x="1759283" y="3157510"/>
            <a:ext cx="567933" cy="307299"/>
            <a:chOff x="1249583" y="948238"/>
            <a:chExt cx="567933" cy="307299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0C4B272-8D46-9682-C58E-A068C5921C0F}"/>
                </a:ext>
              </a:extLst>
            </p:cNvPr>
            <p:cNvSpPr/>
            <p:nvPr/>
          </p:nvSpPr>
          <p:spPr>
            <a:xfrm>
              <a:off x="1249583" y="989600"/>
              <a:ext cx="553211" cy="226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800" spc="-8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잔금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84AA7260-AD0F-F5F3-6BAF-0A693B03BCE4}"/>
                </a:ext>
              </a:extLst>
            </p:cNvPr>
            <p:cNvSpPr/>
            <p:nvPr/>
          </p:nvSpPr>
          <p:spPr>
            <a:xfrm>
              <a:off x="1638801" y="948238"/>
              <a:ext cx="178715" cy="30729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eaVert" wrap="square" lIns="91440" tIns="45720" rIns="14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7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ko-KR" altLang="en-US" sz="7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D1F58FC-EDDA-C455-C5A0-1FACB4452AB2}"/>
              </a:ext>
            </a:extLst>
          </p:cNvPr>
          <p:cNvSpPr txBox="1"/>
          <p:nvPr/>
        </p:nvSpPr>
        <p:spPr>
          <a:xfrm>
            <a:off x="2432992" y="662468"/>
            <a:ext cx="626005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1 -1) Select List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377EDE8-5B80-7817-D716-6A1A2BE9002B}"/>
              </a:ext>
            </a:extLst>
          </p:cNvPr>
          <p:cNvSpPr/>
          <p:nvPr/>
        </p:nvSpPr>
        <p:spPr>
          <a:xfrm>
            <a:off x="2388502" y="2443945"/>
            <a:ext cx="824410" cy="34668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입금 대기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 확정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D7E20E-E5ED-9C82-B70E-96D3DD0DA75F}"/>
              </a:ext>
            </a:extLst>
          </p:cNvPr>
          <p:cNvSpPr txBox="1"/>
          <p:nvPr/>
        </p:nvSpPr>
        <p:spPr>
          <a:xfrm>
            <a:off x="2432992" y="2230764"/>
            <a:ext cx="626005" cy="232165"/>
          </a:xfrm>
          <a:prstGeom prst="rect">
            <a:avLst/>
          </a:prstGeom>
          <a:noFill/>
        </p:spPr>
        <p:txBody>
          <a:bodyPr wrap="square" lIns="0" tIns="54000" rIns="0" bIns="54000" rtlCol="0">
            <a:spAutoFit/>
          </a:bodyPr>
          <a:lstStyle/>
          <a:p>
            <a:r>
              <a:rPr lang="en-US" altLang="ko-KR" sz="8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2 -1) Select List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A4F6AD6-F97A-7E1F-6FBF-751C9D546D11}"/>
              </a:ext>
            </a:extLst>
          </p:cNvPr>
          <p:cNvSpPr/>
          <p:nvPr/>
        </p:nvSpPr>
        <p:spPr>
          <a:xfrm>
            <a:off x="2388502" y="875648"/>
            <a:ext cx="824410" cy="64549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승인 대기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불승인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승인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조건부  승인</a:t>
            </a:r>
            <a:endParaRPr lang="en-US" altLang="ko-KR" sz="8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800" spc="-8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취소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41C8E9F-A5B7-4C44-F9CB-B944D3F2773C}"/>
              </a:ext>
            </a:extLst>
          </p:cNvPr>
          <p:cNvSpPr/>
          <p:nvPr/>
        </p:nvSpPr>
        <p:spPr>
          <a:xfrm>
            <a:off x="106043" y="3865336"/>
            <a:ext cx="216000" cy="21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5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id="{00114104-D33F-24BA-3A9F-D5FF7FE2F75B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922363" y="2855922"/>
            <a:ext cx="890673" cy="241092"/>
            <a:chOff x="928689" y="1251717"/>
            <a:chExt cx="756980" cy="241092"/>
          </a:xfrm>
        </p:grpSpPr>
        <p:sp>
          <p:nvSpPr>
            <p:cNvPr id="57" name="Text Box">
              <a:extLst>
                <a:ext uri="{FF2B5EF4-FFF2-40B4-BE49-F238E27FC236}">
                  <a16:creationId xmlns:a16="http://schemas.microsoft.com/office/drawing/2014/main" id="{0D115EE3-ED2F-8E73-A009-46BC5C61E2FB}"/>
                </a:ext>
              </a:extLst>
            </p:cNvPr>
            <p:cNvSpPr/>
            <p:nvPr/>
          </p:nvSpPr>
          <p:spPr>
            <a:xfrm>
              <a:off x="928689" y="1251717"/>
              <a:ext cx="756980" cy="24109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1"/>
              <a:r>
                <a:rPr lang="ko-KR" altLang="en-US" sz="800" spc="-80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날짜선택</a:t>
              </a:r>
              <a:endParaRPr lang="en-US" sz="800" spc="-8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8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id="{B4074E58-F360-6F69-E85A-27F1995CE8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81064" y="1295204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spc="-80">
                <a:solidFill>
                  <a:srgbClr val="5F5F5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9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id="{906E676F-7BF2-1637-6EFA-B2166E33DE3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922363" y="3197767"/>
            <a:ext cx="890673" cy="241092"/>
            <a:chOff x="928689" y="1251717"/>
            <a:chExt cx="756980" cy="241092"/>
          </a:xfrm>
        </p:grpSpPr>
        <p:sp>
          <p:nvSpPr>
            <p:cNvPr id="60" name="Text Box">
              <a:extLst>
                <a:ext uri="{FF2B5EF4-FFF2-40B4-BE49-F238E27FC236}">
                  <a16:creationId xmlns:a16="http://schemas.microsoft.com/office/drawing/2014/main" id="{7CF59C16-2F64-77F1-B7DC-42E8626AA0F3}"/>
                </a:ext>
              </a:extLst>
            </p:cNvPr>
            <p:cNvSpPr/>
            <p:nvPr/>
          </p:nvSpPr>
          <p:spPr>
            <a:xfrm>
              <a:off x="928689" y="1251717"/>
              <a:ext cx="756980" cy="24109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144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1"/>
              <a:r>
                <a:rPr lang="en-US" altLang="ko-KR" sz="800" spc="-8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2025.12.12</a:t>
              </a:r>
              <a:endParaRPr lang="en-US" sz="800" spc="-8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1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id="{A641A1C7-153D-6C88-4650-CCD3BB075B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81064" y="1295204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spc="-80">
                <a:solidFill>
                  <a:srgbClr val="5F5F5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3761A09-2520-C4E0-30C0-4FB279B84630}"/>
              </a:ext>
            </a:extLst>
          </p:cNvPr>
          <p:cNvGraphicFramePr>
            <a:graphicFrameLocks noGrp="1"/>
          </p:cNvGraphicFramePr>
          <p:nvPr/>
        </p:nvGraphicFramePr>
        <p:xfrm>
          <a:off x="6854484" y="5599201"/>
          <a:ext cx="2664000" cy="1191360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2420627494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412487172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 버튼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필수 값 유효성 검사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 값 미 입력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 입력 항목 우측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경고문구 표시 및 해당 영역으로 이동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중복일 경우 </a:t>
                      </a:r>
                      <a:r>
                        <a:rPr lang="ko-KR" alt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최상단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우선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필수 값 입력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 정보 저장 후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Alert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’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 완료되었습니다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.’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 클릭 시 목록페이지로 이동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79272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버튼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클릭 시 목록 페이지로 이동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72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621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2739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1016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heme/theme1.xml><?xml version="1.0" encoding="utf-8"?>
<a:theme xmlns:a="http://schemas.openxmlformats.org/drawingml/2006/main" name="표지,설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65000"/>
          </a:schemeClr>
        </a:solidFill>
      </a:spPr>
      <a:bodyPr wrap="square" lIns="0" rIns="0" bIns="46800" rtlCol="0" anchor="ctr">
        <a:spAutoFit/>
      </a:bodyPr>
      <a:lstStyle>
        <a:defPPr algn="l">
          <a:lnSpc>
            <a:spcPct val="112000"/>
          </a:lnSpc>
          <a:defRPr sz="900" spc="-50" dirty="0">
            <a:solidFill>
              <a:schemeClr val="tx1">
                <a:lumMod val="85000"/>
                <a:lumOff val="1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sz="900" spc="-5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C00000"/>
          </a:solidFill>
          <a:prstDash val="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C00000"/>
          </a:solidFill>
          <a:prstDash val="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745B4C-5D9B-4E70-B9F7-CDD9F04452D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395c968-9395-4330-a5a7-566d4985c70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26899</TotalTime>
  <Words>5706</Words>
  <Application>Microsoft Office PowerPoint</Application>
  <PresentationFormat>와이드스크린</PresentationFormat>
  <Paragraphs>1460</Paragraphs>
  <Slides>21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21</vt:i4>
      </vt:variant>
    </vt:vector>
  </HeadingPairs>
  <TitlesOfParts>
    <vt:vector size="29" baseType="lpstr">
      <vt:lpstr>Noto Sans KR</vt:lpstr>
      <vt:lpstr>맑은 고딕</vt:lpstr>
      <vt:lpstr>Sitka Small Semibold</vt:lpstr>
      <vt:lpstr>Arial</vt:lpstr>
      <vt:lpstr>Pretendard</vt:lpstr>
      <vt:lpstr>표지,설명</vt:lpstr>
      <vt:lpstr>디자인 사용자 지정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이노디스 오피스05</dc:creator>
  <cp:lastModifiedBy>이 상행</cp:lastModifiedBy>
  <cp:revision>3272</cp:revision>
  <cp:lastPrinted>2022-11-09T07:34:05Z</cp:lastPrinted>
  <dcterms:created xsi:type="dcterms:W3CDTF">2022-09-23T03:27:05Z</dcterms:created>
  <dcterms:modified xsi:type="dcterms:W3CDTF">2026-08-21T08:33:35Z</dcterms:modified>
</cp:coreProperties>
</file>